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PPCC 2026: turn conference learning into one governed pilot</a:t>
            </a:r>
          </a:p>
          <a:p>
            <a:r>
              <a:rPr lang="en-US" sz="1400">
                <a:solidFill>
                  <a:srgbClr val="111111"/>
                </a:solidFill>
              </a:rPr>
              <a:t>PPCC 2026 is an upcoming opportunity to connect agents, apps, automation, trusted data, and governance to a concrete executive pilot decision.</a:t>
            </a:r>
          </a:p>
          <a:p>
            <a:r>
              <a:rPr lang="en-US" sz="1400">
                <a:solidFill>
                  <a:srgbClr val="111111"/>
                </a:solidFill>
              </a:rPr>
              <a:t>Bottom line: recommend sending a focused cross-functional team to PPCC 2026 with one objective: return with a governed AI, app, and automation pilot proposal.
This is a recommendation, not a measured outcome. Treat the event as a structured learning sprint for business, platform, data, and risk leaders.
PPCC runs October 27 through 29 at the MGM Grand in Las Vegas. Applied workshops run before and after the main conference.
Microsoft frames PPCC around Copilot, agents, apps, automation, and data. The program connects those capabilities to trusted data, implementation, architecture, and governance. That is the bridge from innovation ambition to execution controls.
After the event, require one pilot charter naming the workflow, owner, trusted data, guardrails, and a testable success measure. Expand only when that evidence supports the next decision.
Evidence: PPCC 2026 runs October 27-29 at the MGM Grand in Las Vegas. [ev-01] Register now for PPCC 2026: Come for the learning, stay for the community
Evidence: Microsoft frames PPCC around Copilot, agents, apps, automation, and data. [ev-01] Register now for PPCC 2026: Come for the learning, stay for the community
Evidence: PPCC covers agents, apps, automation, and trusted data as governed business solutions. [ev-02] Register now for PPCC 2026: Come for the learning, stay for the community
Evidence: The FAQ emphasizes implementation, architecture, governance, and AI-driven scenarios. [ev-03] FAQ | PPCC26
Evidence: Applied workshops run October 25-26 and October 30, outside the main conference. [ev-04] FAQ | PPCC26</a:t>
            </a:r>
          </a:p>
          <a:p>
            <a:r>
              <a:rPr lang="en-US" sz="1400">
                <a:solidFill>
                  <a:srgbClr val="111111"/>
                </a:solidFill>
              </a:rPr>
              <a:t>Citations</a:t>
            </a:r>
          </a:p>
          <a:p>
            <a:r>
              <a:rPr lang="en-US" sz="1400">
                <a:solidFill>
                  <a:srgbClr val="111111"/>
                </a:solidFill>
              </a:rPr>
              <a:t>[ev-01] Register now for PPCC 2026: Come for the learning, stay for the community</a:t>
            </a:r>
          </a:p>
          <a:p>
            <a:r>
              <a:rPr lang="en-US" sz="1400">
                <a:solidFill>
                  <a:srgbClr val="111111"/>
                </a:solidFill>
              </a:rPr>
              <a:t>[ev-02] Register now for PPCC 2026: Come for the learning, stay for the community</a:t>
            </a:r>
          </a:p>
          <a:p>
            <a:r>
              <a:rPr lang="en-US" sz="1400">
                <a:solidFill>
                  <a:srgbClr val="111111"/>
                </a:solidFill>
              </a:rPr>
              <a:t>[ev-03] FAQ | PPCC26</a:t>
            </a:r>
          </a:p>
          <a:p>
            <a:r>
              <a:rPr lang="en-US" sz="1400">
                <a:solidFill>
                  <a:srgbClr val="111111"/>
                </a:solidFill>
              </a:rPr>
              <a:t>[ev-04] FAQ | PPCC26</a:t>
            </a:r>
          </a:p>
          <a:p>
            <a:r>
              <a:rPr lang="en-US" sz="1400">
                <a:solidFill>
                  <a:srgbClr val="111111"/>
                </a:solidFill>
              </a:rPr>
              <a:t>[ev-05] FAQ | PPCC26</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Bottom line: send a focused team with one pilot objective</a:t>
            </a:r>
          </a:p>
          <a:p>
            <a:r>
              <a:rPr lang="en-US" sz="1400">
                <a:solidFill>
                  <a:srgbClr val="111111"/>
                </a:solidFill>
              </a:rPr>
              <a:t>Recommendation: send a focused business, platform, data, and risk team with one mandate: return with a governed AI, app, and automation pilot charter.</a:t>
            </a:r>
          </a:p>
          <a:p>
            <a:r>
              <a:rPr lang="en-US" sz="1400">
                <a:solidFill>
                  <a:srgbClr val="111111"/>
                </a:solidFill>
              </a:rPr>
              <a:t>State clearly that this is a recommendation, not a measured outcome.
Evidence: Microsoft frames PPCC around Copilot, agents, apps, automation, and data. [ev-01] Register now for PPCC 2026: Come for the learning, stay for the community</a:t>
            </a:r>
          </a:p>
          <a:p>
            <a:r>
              <a:rPr lang="en-US" sz="1400">
                <a:solidFill>
                  <a:srgbClr val="111111"/>
                </a:solidFill>
              </a:rPr>
              <a:t>Citations</a:t>
            </a:r>
          </a:p>
          <a:p>
            <a:r>
              <a:rPr lang="en-US" sz="1400">
                <a:solidFill>
                  <a:srgbClr val="111111"/>
                </a:solidFill>
              </a:rPr>
              <a:t>[ev-01] Register now for PPCC 2026: Come for the learning, stay for the community: https://www.microsoft.com/en-us/power-platform/blog/2026/08/13/register-now-for-ppcc-2026-come-for-the-learning-stay-for-the-community/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Use the full conference week deliberately</a:t>
            </a:r>
          </a:p>
          <a:p>
            <a:r>
              <a:rPr lang="en-US" sz="1400">
                <a:solidFill>
                  <a:srgbClr val="111111"/>
                </a:solidFill>
              </a:rPr>
              <a:t>Main conference: October 27-29 at the MGM Grand in Las Vegas. Workshops: October 25-26 and October 30.</a:t>
            </a:r>
          </a:p>
          <a:p>
            <a:r>
              <a:rPr lang="en-US" sz="1400">
                <a:solidFill>
                  <a:srgbClr val="111111"/>
                </a:solidFill>
              </a:rPr>
              <a:t>Show the sequence without discussing registration prices.
Evidence: PPCC 2026 runs October 27-29 at the MGM Grand in Las Vegas. [ev-01] Register now for PPCC 2026: Come for the learning, stay for the community
Evidence: Applied workshops run October 25-26 and October 30, outside the main conference. [ev-04] FAQ | PPCC26</a:t>
            </a:r>
          </a:p>
          <a:p>
            <a:r>
              <a:rPr lang="en-US" sz="1400">
                <a:solidFill>
                  <a:srgbClr val="111111"/>
                </a:solidFill>
              </a:rPr>
              <a:t>Citations</a:t>
            </a:r>
          </a:p>
          <a:p>
            <a:r>
              <a:rPr lang="en-US" sz="1400">
                <a:solidFill>
                  <a:srgbClr val="111111"/>
                </a:solidFill>
              </a:rPr>
              <a:t>[ev-01] Register now for PPCC 2026: Come for the learning, stay for the community: https://www.microsoft.com/en-us/power-platform/blog/2026/08/13/register-now-for-ppcc-2026-come-for-the-learning-stay-for-the-community/</a:t>
            </a:r>
          </a:p>
          <a:p>
            <a:r>
              <a:rPr lang="en-US" sz="1400">
                <a:solidFill>
                  <a:srgbClr val="111111"/>
                </a:solidFill>
              </a:rPr>
              <a:t>[ev-04] FAQ | PPCC26: https://powerplatformconf.com/faq</a:t>
            </a:r>
          </a:p>
          <a:p>
            <a:r>
              <a:rPr lang="en-US" sz="1400">
                <a:solidFill>
                  <a:srgbClr val="111111"/>
                </a:solidFill>
              </a:rPr>
              <a:t>[ev-05] FAQ | PPCC26: https://powerplatformconf.com/faq</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Connect innovation ambition to execution controls</a:t>
            </a:r>
          </a:p>
          <a:p>
            <a:r>
              <a:rPr lang="en-US" sz="1400">
                <a:solidFill>
                  <a:srgbClr val="111111"/>
                </a:solidFill>
              </a:rPr>
              <a:t>PPCC connects agents, apps, automation, and trusted data with implementation, architecture, governance, and AI-driven scenarios.</a:t>
            </a:r>
          </a:p>
          <a:p>
            <a:r>
              <a:rPr lang="en-US" sz="1400">
                <a:solidFill>
                  <a:srgbClr val="111111"/>
                </a:solidFill>
              </a:rPr>
              <a:t>Keep the focus on executive execution rather than a product feature list.
Evidence: PPCC covers agents, apps, automation, and trusted data as governed business solutions. [ev-02] Register now for PPCC 2026: Come for the learning, stay for the community
Evidence: The FAQ emphasizes implementation, architecture, governance, and AI-driven scenarios. [ev-03] FAQ | PPCC26</a:t>
            </a:r>
          </a:p>
          <a:p>
            <a:r>
              <a:rPr lang="en-US" sz="1400">
                <a:solidFill>
                  <a:srgbClr val="111111"/>
                </a:solidFill>
              </a:rPr>
              <a:t>Citations</a:t>
            </a:r>
          </a:p>
          <a:p>
            <a:r>
              <a:rPr lang="en-US" sz="1400">
                <a:solidFill>
                  <a:srgbClr val="111111"/>
                </a:solidFill>
              </a:rPr>
              <a:t>[ev-02] Register now for PPCC 2026: Come for the learning, stay for the community: https://www.microsoft.com/en-us/power-platform/blog/2026/08/13/register-now-for-ppcc-2026-come-for-the-learning-stay-for-the-community/</a:t>
            </a:r>
          </a:p>
          <a:p>
            <a:r>
              <a:rPr lang="en-US" sz="1400">
                <a:solidFill>
                  <a:srgbClr val="111111"/>
                </a:solidFill>
              </a:rPr>
              <a:t>[ev-03] FAQ | PPCC26: https://powerplatformconf.com/faq</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Require one pilot charter after the event</a:t>
            </a:r>
          </a:p>
          <a:p>
            <a:r>
              <a:rPr lang="en-US" sz="1400">
                <a:solidFill>
                  <a:srgbClr val="111111"/>
                </a:solidFill>
              </a:rPr>
              <a:t>Ask the team to return with the workflow, owner, trusted data, guardrails, and testable success measure for one pilot. Expansion should depend on that evidence, not conference enthusiasm.</a:t>
            </a:r>
          </a:p>
          <a:p>
            <a:r>
              <a:rPr lang="en-US" sz="1400">
                <a:solidFill>
                  <a:srgbClr val="111111"/>
                </a:solidFill>
              </a:rPr>
              <a:t>Close with the proposed deliverable and avoid inventing an owner or deadline.
Evidence: The FAQ emphasizes implementation, architecture, governance, and AI-driven scenarios. [ev-03] FAQ | PPCC26</a:t>
            </a:r>
          </a:p>
          <a:p>
            <a:r>
              <a:rPr lang="en-US" sz="1400">
                <a:solidFill>
                  <a:srgbClr val="111111"/>
                </a:solidFill>
              </a:rPr>
              <a:t>Citations</a:t>
            </a:r>
          </a:p>
          <a:p>
            <a:r>
              <a:rPr lang="en-US" sz="1400">
                <a:solidFill>
                  <a:srgbClr val="111111"/>
                </a:solidFill>
              </a:rPr>
              <a:t>[ev-03] FAQ | PPCC26: https://powerplatformconf.com/faq</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PPCC 2026 is an upcoming opportunity to connect agents, apps, automation, trusted data, and governance to a concrete executive pilot decision.</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Register now for PPCC 2026: Come for the learning, stay for the community: https://www.microsoft.com/en-us/power-platform/blog/2026/08/13/register-now-for-ppcc-2026-come-for-the-learning-stay-for-the-community/</a:t>
            </a:r>
          </a:p>
          <a:p>
            <a:r>
              <a:rPr lang="en-US" sz="1400">
                <a:solidFill>
                  <a:srgbClr val="111111"/>
                </a:solidFill>
              </a:rPr>
              <a:t>Register now for PPCC 2026: Come for the learning, stay for the community: https://www.microsoft.com/en-us/power-platform/blog/2026/08/13/register-now-for-ppcc-2026-come-for-the-learning-stay-for-the-community/</a:t>
            </a:r>
          </a:p>
          <a:p>
            <a:r>
              <a:rPr lang="en-US" sz="1400">
                <a:solidFill>
                  <a:srgbClr val="111111"/>
                </a:solidFill>
              </a:rPr>
              <a:t>FAQ | PPCC26: https://powerplatformconf.com/faq</a:t>
            </a:r>
          </a:p>
          <a:p>
            <a:r>
              <a:rPr lang="en-US" sz="1400">
                <a:solidFill>
                  <a:srgbClr val="111111"/>
                </a:solidFill>
              </a:rPr>
              <a:t>FAQ | PPCC26: https://powerplatformconf.com/faq</a:t>
            </a:r>
          </a:p>
          <a:p>
            <a:r>
              <a:rPr lang="en-US" sz="1400">
                <a:solidFill>
                  <a:srgbClr val="111111"/>
                </a:solidFill>
              </a:rPr>
              <a:t>FAQ | PPCC26: https://powerplatformconf.com/faq</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executive-pilot-team-b11568b5fddf.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conference-week-c850036856f2.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execution-value-afd9061c8ba8.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2FBF8"/>
                </a:solidFill>
              </a:rPr>
              <a:t>PPCC 2026:</a:t>
            </a:r>
            <a:r>
              <a:rPr lang="en-US" sz="3600" b="1">
                <a:solidFill>
                  <a:srgbClr val="18A999"/>
                </a:solidFill>
              </a:rPr>
              <a:t> turn conference learning into one governed pilot</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0BDBA"/>
                </a:solidFill>
              </a:rPr>
              <a:t>PPCC 2026 is an upcoming opportunity to connect agents, apps, automation, trusted data, and governance to a concrete executive pilot decision.</a:t>
            </a:r>
          </a:p>
        </p:txBody>
      </p:sp>
      <p:sp>
        <p:nvSpPr>
          <p:cNvPr id="5" name="Decision"/>
          <p:cNvSpPr/>
          <p:nvPr/>
        </p:nvSpPr>
        <p:spPr>
          <a:xfrm>
            <a:off x="685800" y="4500000"/>
            <a:ext cx="10820400" cy="1000000"/>
          </a:xfrm>
          <a:prstGeom prst="roundRect">
            <a:avLst>
              <a:gd name="adj" fmla="val 9000"/>
            </a:avLst>
          </a:prstGeom>
          <a:solidFill>
            <a:srgbClr val="0A352F"/>
          </a:solidFill>
          <a:ln w="12700">
            <a:solidFill>
              <a:srgbClr val="18A999"/>
            </a:solidFill>
          </a:ln>
        </p:spPr>
        <p:txBody>
          <a:bodyPr wrap="square" lIns="182880" tIns="91440" rIns="182880" bIns="91440" anchor="ctr">
            <a:normAutofit/>
          </a:bodyPr>
          <a:lstStyle/>
          <a:p>
            <a:pPr algn="l">
              <a:lnSpc>
                <a:spcPct val="105000"/>
              </a:lnSpc>
              <a:spcAft>
                <a:spcPts val="0"/>
              </a:spcAft>
            </a:pPr>
            <a:r>
              <a:rPr lang="en-US" sz="1400" b="1">
                <a:solidFill>
                  <a:srgbClr val="18A999"/>
                </a:solidFill>
              </a:rPr>
              <a:t>DECISION  </a:t>
            </a:r>
            <a:r>
              <a:rPr lang="en-US" sz="1600" b="1">
                <a:solidFill>
                  <a:srgbClr val="F2FBF8"/>
                </a:solidFill>
              </a:rPr>
              <a:t>Recommendation: send a focused team to PPCC 2026 to return with one governed AI, app, and automation pilot charter.</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power-platform-community-conference-2026-11-am-michael-kokoro-onnx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600" b="1">
                <a:solidFill>
                  <a:srgbClr val="F2FBF8"/>
                </a:solidFill>
              </a:rPr>
              <a:t>Bottom line:</a:t>
            </a:r>
            <a:r>
              <a:rPr lang="en-US" sz="2600" b="1">
                <a:solidFill>
                  <a:srgbClr val="18A999"/>
                </a:solidFill>
              </a:rPr>
              <a:t> send a focused team with one pilot objective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2FBF8"/>
                </a:solidFill>
              </a:rPr>
              <a:t>Recommendation: send a focused business, platform, data, and risk team with one mandate: return with a governed AI, app, and automation pilot charter.</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executive-pilot-team" descr="Three-step executive flow from a focused team to one chosen opportunity and one governed pilot."/>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Register now for PPCC 2026: Come for the learning, stay for the community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Use the full conference week deliberately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Main conference: October 27-29 at the MGM Grand in Las Vegas. Workshops: October 25-26 and October 30.</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visual-conference-week" descr="Conference-week timeline: applied workshops bracket the October 27-29 main conferenc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Register now for PPCC 2026: Come for the learning, stay for the community  ·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Connect innovation ambition to execution controls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PPCC connects agents, apps, automation, and trusted data with implementation, architecture, governance, and AI-driven scenarios.</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visual-execution-value" descr="Learning-to-pilot flow: narrow the opportunity, ground it in trusted data, set controls, then test.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Register now for PPCC 2026: Come for the learning, stay for the community  ·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Require one pilot charter after the event</a:t>
            </a:r>
          </a:p>
        </p:txBody>
      </p:sp>
      <p:sp>
        <p:nvSpPr>
          <p:cNvPr id="4" name="Body"/>
          <p:cNvSpPr txBox="1"/>
          <p:nvPr/>
        </p:nvSpPr>
        <p:spPr>
          <a:xfrm>
            <a:off x="685800" y="17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Ask the team to return with the workflow, owner, trusted data, guardrails, and testable success measure for one pilot. Expansion should depend on that evidence, not conference enthusiasm.</a:t>
            </a:r>
          </a:p>
        </p:txBody>
      </p:sp>
      <p:sp>
        <p:nvSpPr>
          <p:cNvPr id="5" name="Accent rule"/>
          <p:cNvSpPr/>
          <p:nvPr/>
        </p:nvSpPr>
        <p:spPr>
          <a:xfrm>
            <a:off x="548640" y="1800000"/>
            <a:ext cx="45720" cy="3800000"/>
          </a:xfrm>
          <a:prstGeom prst="rect">
            <a:avLst/>
          </a:prstGeom>
          <a:solidFill>
            <a:srgbClr val="18A999"/>
          </a:solidFill>
          <a:ln>
            <a:noFill/>
          </a:ln>
        </p:spPr>
      </p:sp>
      <p:sp>
        <p:nvSpPr>
          <p:cNvPr id="6" name="Claim 1"/>
          <p:cNvSpPr/>
          <p:nvPr/>
        </p:nvSpPr>
        <p:spPr>
          <a:xfrm>
            <a:off x="6400000" y="1750000"/>
            <a:ext cx="5105000" cy="1500000"/>
          </a:xfrm>
          <a:prstGeom prst="roundRect">
            <a:avLst>
              <a:gd name="adj" fmla="val 9000"/>
            </a:avLst>
          </a:prstGeom>
          <a:solidFill>
            <a:srgbClr val="1A312D"/>
          </a:solidFill>
          <a:ln w="12700">
            <a:solidFill>
              <a:srgbClr val="314743"/>
            </a:solidFill>
          </a:ln>
        </p:spPr>
        <p:txBody>
          <a:bodyPr wrap="square" lIns="182880" tIns="91440" rIns="182880" bIns="91440" anchor="ctr">
            <a:normAutofit/>
          </a:bodyPr>
          <a:lstStyle/>
          <a:p>
            <a:pPr algn="l">
              <a:lnSpc>
                <a:spcPct val="105000"/>
              </a:lnSpc>
              <a:spcAft>
                <a:spcPts val="400"/>
              </a:spcAft>
            </a:pPr>
            <a:r>
              <a:rPr lang="en-US" sz="1500">
                <a:solidFill>
                  <a:srgbClr val="F2FBF8"/>
                </a:solidFill>
              </a:rPr>
              <a:t>The FAQ emphasizes implementation, architecture, governance, and AI-driven scenarios.</a:t>
            </a:r>
          </a:p>
          <a:p>
            <a:pPr algn="l">
              <a:lnSpc>
                <a:spcPct val="105000"/>
              </a:lnSpc>
              <a:spcAft>
                <a:spcPts val="0"/>
              </a:spcAft>
            </a:pPr>
            <a:r>
              <a:rPr lang="en-US" sz="1100">
                <a:solidFill>
                  <a:srgbClr val="B0BDBA"/>
                </a:solidFill>
              </a:rPr>
              <a:t>FAQ | PPCC26</a:t>
            </a:r>
          </a:p>
        </p:txBody>
      </p:sp>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2FBF8"/>
                </a:solidFill>
              </a:rPr>
              <a:t>Sources.</a:t>
            </a:r>
            <a:r>
              <a:rPr lang="en-US" sz="2400" b="1">
                <a:solidFill>
                  <a:srgbClr val="18A999"/>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2FBF8"/>
                </a:solidFill>
              </a:rPr>
              <a:t>Register now for PPCC 2026: Come for the learning, stay for the community</a:t>
            </a:r>
            <a:r>
              <a:rPr lang="en-US" sz="1100">
                <a:solidFill>
                  <a:srgbClr val="B0BDBA"/>
                </a:solidFill>
              </a:rPr>
              <a:t>  retrieved 2026-10-05</a:t>
            </a:r>
          </a:p>
          <a:p>
            <a:pPr algn="l">
              <a:lnSpc>
                <a:spcPct val="105000"/>
              </a:lnSpc>
              <a:spcAft>
                <a:spcPts val="900"/>
              </a:spcAft>
            </a:pPr>
            <a:r>
              <a:rPr lang="en-US" sz="1100">
                <a:solidFill>
                  <a:srgbClr val="18A999"/>
                </a:solidFill>
              </a:rPr>
              <a:t>https://www.microsoft.com/en-us/power-platform/blog/2026/08/13/register-now-for-ppcc-2026-come-for-the-learning-stay-for-the-community/</a:t>
            </a:r>
          </a:p>
          <a:p>
            <a:pPr algn="l">
              <a:lnSpc>
                <a:spcPct val="105000"/>
              </a:lnSpc>
              <a:spcAft>
                <a:spcPts val="0"/>
              </a:spcAft>
            </a:pPr>
            <a:r>
              <a:rPr lang="en-US" sz="1400" b="1">
                <a:solidFill>
                  <a:srgbClr val="F2FBF8"/>
                </a:solidFill>
              </a:rPr>
              <a:t>FAQ | PPCC26</a:t>
            </a:r>
            <a:r>
              <a:rPr lang="en-US" sz="1100">
                <a:solidFill>
                  <a:srgbClr val="B0BDBA"/>
                </a:solidFill>
              </a:rPr>
              <a:t>  retrieved 2026-10-05</a:t>
            </a:r>
          </a:p>
          <a:p>
            <a:pPr algn="l">
              <a:lnSpc>
                <a:spcPct val="105000"/>
              </a:lnSpc>
              <a:spcAft>
                <a:spcPts val="900"/>
              </a:spcAft>
            </a:pPr>
            <a:r>
              <a:rPr lang="en-US" sz="1100">
                <a:solidFill>
                  <a:srgbClr val="18A999"/>
                </a:solidFill>
              </a:rPr>
              <a:t>https://powerplatformconf.com/faq</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power-platform-community-conference-2026-11-am-michael-kokoro-onnx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6 / 6</a:t>
            </a:r>
          </a:p>
        </p:txBody>
      </p:sp>
    </p:spTree>
  </p:cSld>
  <p:clrMapOvr>
    <a:masterClrMapping/>
  </p:clrMapOvr>
</p:sld>
</file>

<file path=ppt/theme/theme1.xml><?xml version="1.0" encoding="utf-8"?>
<a:theme xmlns:a="http://schemas.openxmlformats.org/drawingml/2006/main" name="executive-dark-green-teal">
  <a:themeElements>
    <a:clrScheme name="executive-dark-green-teal">
      <a:dk1>
        <a:srgbClr val="F2FBF8"/>
      </a:dk1>
      <a:lt1>
        <a:srgbClr val="071F1B"/>
      </a:lt1>
      <a:dk2>
        <a:srgbClr val="1F1F1F"/>
      </a:dk2>
      <a:lt2>
        <a:srgbClr val="F8F8F8"/>
      </a:lt2>
      <a:accent1>
        <a:srgbClr val="18A999"/>
      </a:accent1>
      <a:accent2>
        <a:srgbClr val="5B9BD5"/>
      </a:accent2>
      <a:accent3>
        <a:srgbClr val="70AD47"/>
      </a:accent3>
      <a:accent4>
        <a:srgbClr val="FFC000"/>
      </a:accent4>
      <a:accent5>
        <a:srgbClr val="C00000"/>
      </a:accent5>
      <a:accent6>
        <a:srgbClr val="7030A0"/>
      </a:accent6>
      <a:hlink>
        <a:srgbClr val="18A999"/>
      </a:hlink>
      <a:folHlink>
        <a:srgbClr val="7F7F7F"/>
      </a:folHlink>
    </a:clrScheme>
    <a:fontScheme name="executive-dark-green-teal">
      <a:majorFont>
        <a:latin typeface="Arial"/>
        <a:ea typeface=""/>
        <a:cs typeface=""/>
      </a:majorFont>
      <a:minorFont>
        <a:latin typeface="Arial"/>
        <a:ea typeface=""/>
        <a:cs typeface=""/>
      </a:minorFont>
    </a:fontScheme>
    <a:fmtScheme name="executive-dark-green-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PPCC 2026: turn conference learning into one governed pilot</dc:title>
  <dc:creator>a2swe</dc:creator>
  <cp:lastModifiedBy>a2swe</cp:lastModifiedBy>
  <dcterms:created xsi:type="dcterms:W3CDTF">2020-01-01T00:00:00Z</dcterms:created>
  <dcterms:modified xsi:type="dcterms:W3CDTF">2020-01-01T00:00:00Z</dcterms:modified>
</cp:coreProperties>
</file>