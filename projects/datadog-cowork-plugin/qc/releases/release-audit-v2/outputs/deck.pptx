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type="screen16x9"/>
  <p:notesSz cx="6858000" cy="9144000"/>
  <p:defaultTextStyle>
    <a:defPPr>
      <a:defRPr lang="en-US"/>
    </a:def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theme" Target="theme/them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Datadog for Claude Cowork. Observability by conversation.</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Datadog for Claude Cowork. Your telemetry, one question away. Here is what the plugin does, how it connects, and where a team should be careful.
The Datadog Model Context Protocol server bridges your observability data to agents. Logs, metrics, traces, dashboards, and monitors become things you can simply ask about.
For Claude, including Cowork, the official connector is the recommended path, and it adds in-product visualizations. Claude Code installs the same server as a plugin from the official marketplace.
Setup is short. Choose your Datadog site, then sign in with OAuth in the browser. Keys are an alternative, and any older manual server or custom connector should be removed first.
Access is not widened. You still need the Datadog permissions for the data you query, and the plugin states that no Datadog credentials are sent to the model provider.
Tool groups can be switched on or off, so a team can expose only the products it needs. Start with one narrow toolset.
Treat the preview label as a rollout risk. The server is HIPAA eligible, yet you own compliance for the tools you connect, and government sites are not supported. Pilot with one team, keep permissions tight, then expand.</a:t>
            </a:r>
          </a:p>
          <a:p>
            <a:r>
              <a:rPr lang="en-US" sz="1400">
                <a:solidFill>
                  <a:srgbClr val="111111"/>
                </a:solidFill>
              </a:rPr>
              <a:t>Citations</a:t>
            </a:r>
          </a:p>
          <a:p>
            <a:r>
              <a:rPr lang="en-US" sz="1400">
                <a:solidFill>
                  <a:srgbClr val="111111"/>
                </a:solidFill>
              </a:rPr>
              <a:t>[ev-01] Datadog MCP Server</a:t>
            </a:r>
          </a:p>
          <a:p>
            <a:r>
              <a:rPr lang="en-US" sz="1400">
                <a:solidFill>
                  <a:srgbClr val="111111"/>
                </a:solidFill>
              </a:rPr>
              <a:t>[ev-02] Datadog Claude Code Plugin</a:t>
            </a:r>
          </a:p>
          <a:p>
            <a:r>
              <a:rPr lang="en-US" sz="1400">
                <a:solidFill>
                  <a:srgbClr val="111111"/>
                </a:solidFill>
              </a:rPr>
              <a:t>[ev-03] Datadog Claude Code Plugin</a:t>
            </a:r>
          </a:p>
          <a:p>
            <a:r>
              <a:rPr lang="en-US" sz="1400">
                <a:solidFill>
                  <a:srgbClr val="111111"/>
                </a:solidFill>
              </a:rPr>
              <a:t>[ev-04] Datadog | Claude by Anthropic</a:t>
            </a:r>
          </a:p>
          <a:p>
            <a:r>
              <a:rPr lang="en-US" sz="1400">
                <a:solidFill>
                  <a:srgbClr val="111111"/>
                </a:solidFill>
              </a:rPr>
              <a:t>[ev-05] Set Up the Datadog MCP Server</a:t>
            </a:r>
          </a:p>
          <a:p>
            <a:r>
              <a:rPr lang="en-US" sz="1400">
                <a:solidFill>
                  <a:srgbClr val="111111"/>
                </a:solidFill>
              </a:rPr>
              <a:t>[ev-06] Set Up the Datadog MCP Server</a:t>
            </a:r>
          </a:p>
          <a:p>
            <a:r>
              <a:rPr lang="en-US" sz="1400">
                <a:solidFill>
                  <a:srgbClr val="111111"/>
                </a:solidFill>
              </a:rPr>
              <a:t>[ev-07] Set Up the Datadog MCP Server</a:t>
            </a:r>
          </a:p>
          <a:p>
            <a:r>
              <a:rPr lang="en-US" sz="1400">
                <a:solidFill>
                  <a:srgbClr val="111111"/>
                </a:solidFill>
              </a:rPr>
              <a:t>[ev-08] Datadog Claude Code Plugin</a:t>
            </a:r>
          </a:p>
          <a:p>
            <a:r>
              <a:rPr lang="en-US" sz="1400">
                <a:solidFill>
                  <a:srgbClr val="111111"/>
                </a:solidFill>
              </a:rPr>
              <a:t>[ev-09] Datadog Claude Code Plugin</a:t>
            </a:r>
          </a:p>
          <a:p>
            <a:r>
              <a:rPr lang="en-US" sz="1400">
                <a:solidFill>
                  <a:srgbClr val="111111"/>
                </a:solidFill>
              </a:rPr>
              <a:t>[ev-10] Set Up the Datadog MCP Server</a:t>
            </a:r>
          </a:p>
          <a:p>
            <a:r>
              <a:rPr lang="en-US" sz="1400">
                <a:solidFill>
                  <a:srgbClr val="111111"/>
                </a:solidFill>
              </a:rPr>
              <a:t>[ev-11] Datadog Claude Code Plugin</a:t>
            </a:r>
          </a:p>
          <a:p>
            <a:r>
              <a:rPr lang="en-US" sz="1400">
                <a:solidFill>
                  <a:srgbClr val="111111"/>
                </a:solidFill>
              </a:rPr>
              <a:t>[ev-12] Datadog MCP Server</a:t>
            </a:r>
          </a:p>
          <a:p>
            <a:r>
              <a:rPr lang="en-US" sz="1400">
                <a:solidFill>
                  <a:srgbClr val="111111"/>
                </a:solidFill>
              </a:rPr>
              <a:t>[ev-13] Set Up the Datadog MCP Server</a:t>
            </a:r>
          </a:p>
          <a:p>
            <a:r>
              <a:rPr lang="en-US" sz="1400">
                <a:solidFill>
                  <a:srgbClr val="111111"/>
                </a:solidFill>
              </a:rPr>
              <a:t>[ev-14] Datadog Claude Code Plugin</a:t>
            </a:r>
          </a:p>
          <a:p>
            <a:r>
              <a:rPr lang="en-US" sz="1400">
                <a:solidFill>
                  <a:srgbClr val="111111"/>
                </a:solidFill>
              </a:rPr>
              <a:t>[ev-15] Set Up the Datadog MCP Server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 bridge. Not a dashboard.</a:t>
            </a:r>
          </a:p>
          <a:p>
            <a:r>
              <a:rPr lang="en-US" sz="1400">
                <a:solidFill>
                  <a:srgbClr val="111111"/>
                </a:solidFill>
              </a:rPr>
              <a:t>The Datadog MCP Server links your observability data to any agent that speaks the Model Context Protocol, so you ask instead of clicking through screens.</a:t>
            </a:r>
          </a:p>
          <a:p>
            <a:r>
              <a:rPr lang="en-US" sz="1400">
                <a:solidFill>
                  <a:srgbClr val="111111"/>
                </a:solidFill>
              </a:rPr>
              <a:t>Explain that the plugin is a bridge to Datadog data for MCP agents.</a:t>
            </a:r>
          </a:p>
          <a:p>
            <a:r>
              <a:rPr lang="en-US" sz="1400">
                <a:solidFill>
                  <a:srgbClr val="111111"/>
                </a:solidFill>
              </a:rPr>
              <a:t>Citations</a:t>
            </a:r>
          </a:p>
          <a:p>
            <a:r>
              <a:rPr lang="en-US" sz="1400">
                <a:solidFill>
                  <a:srgbClr val="111111"/>
                </a:solidFill>
              </a:rPr>
              <a:t>[ev-01] Datadog MCP Server: https://docs.datadoghq.com/mcp_server/</a:t>
            </a:r>
          </a:p>
          <a:p>
            <a:r>
              <a:rPr lang="en-US" sz="1400">
                <a:solidFill>
                  <a:srgbClr val="111111"/>
                </a:solidFill>
              </a:rPr>
              <a:t>[ev-02] Datadog Claude Code Plugin: https://github.com/datadog-labs/claude-code-plugin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Where it runs. Cowork and Claude Code.</a:t>
            </a:r>
          </a:p>
          <a:p>
            <a:r>
              <a:rPr lang="en-US" sz="1400">
                <a:solidFill>
                  <a:srgbClr val="111111"/>
                </a:solidFill>
              </a:rPr>
              <a:t>Claude, including Cowork, uses the official connector. Claude Code installs the plugin from the official Anthropic marketplace.</a:t>
            </a:r>
          </a:p>
          <a:p>
            <a:r>
              <a:rPr lang="en-US" sz="1400">
                <a:solidFill>
                  <a:srgbClr val="111111"/>
                </a:solidFill>
              </a:rPr>
              <a:t>Show the path from Datadog data to the team through the connector or plugin.</a:t>
            </a:r>
          </a:p>
          <a:p>
            <a:r>
              <a:rPr lang="en-US" sz="1400">
                <a:solidFill>
                  <a:srgbClr val="111111"/>
                </a:solidFill>
              </a:rPr>
              <a:t>Citations</a:t>
            </a:r>
          </a:p>
          <a:p>
            <a:r>
              <a:rPr lang="en-US" sz="1400">
                <a:solidFill>
                  <a:srgbClr val="111111"/>
                </a:solidFill>
              </a:rPr>
              <a:t>[ev-05] Set Up the Datadog MCP Server: https://docs.datadoghq.com/mcp_server/setup/</a:t>
            </a:r>
          </a:p>
          <a:p>
            <a:r>
              <a:rPr lang="en-US" sz="1400">
                <a:solidFill>
                  <a:srgbClr val="111111"/>
                </a:solidFill>
              </a:rPr>
              <a:t>[ev-06] Set Up the Datadog MCP Server: https://docs.datadoghq.com/mcp_server/setup/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Set up. Pick a site, sign in.</a:t>
            </a:r>
          </a:p>
          <a:p>
            <a:r>
              <a:rPr lang="en-US" sz="1400">
                <a:solidFill>
                  <a:srgbClr val="111111"/>
                </a:solidFill>
              </a:rPr>
              <a:t>Choose your Datadog site and sign in with OAuth. Keys are supported, and older manual servers or custom connectors should be removed first.</a:t>
            </a:r>
          </a:p>
          <a:p>
            <a:r>
              <a:rPr lang="en-US" sz="1400">
                <a:solidFill>
                  <a:srgbClr val="111111"/>
                </a:solidFill>
              </a:rPr>
              <a:t>Walk through the guided setup and the conflict warning.</a:t>
            </a:r>
          </a:p>
          <a:p>
            <a:r>
              <a:rPr lang="en-US" sz="1400">
                <a:solidFill>
                  <a:srgbClr val="111111"/>
                </a:solidFill>
              </a:rPr>
              <a:t>Citations</a:t>
            </a:r>
          </a:p>
          <a:p>
            <a:r>
              <a:rPr lang="en-US" sz="1400">
                <a:solidFill>
                  <a:srgbClr val="111111"/>
                </a:solidFill>
              </a:rPr>
              <a:t>[ev-07] Set Up the Datadog MCP Server: https://docs.datadoghq.com/mcp_server/setup/</a:t>
            </a:r>
          </a:p>
          <a:p>
            <a:r>
              <a:rPr lang="en-US" sz="1400">
                <a:solidFill>
                  <a:srgbClr val="111111"/>
                </a:solidFill>
              </a:rPr>
              <a:t>[ev-08] Datadog Claude Code Plugin: https://github.com/datadog-labs/claude-code-plugin</a:t>
            </a:r>
          </a:p>
          <a:p>
            <a:r>
              <a:rPr lang="en-US" sz="1400">
                <a:solidFill>
                  <a:srgbClr val="111111"/>
                </a:solidFill>
              </a:rPr>
              <a:t>[ev-14] Datadog Claude Code Plugin: https://github.com/datadog-labs/claude-code-plugin</a:t>
            </a:r>
          </a:p>
          <a:p>
            <a:r>
              <a:rPr lang="en-US" sz="1400">
                <a:solidFill>
                  <a:srgbClr val="111111"/>
                </a:solidFill>
              </a:rPr>
              <a:t>[ev-15] Set Up the Datadog MCP Server: https://docs.datadoghq.com/mcp_server/setup/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Access. Your permissions still apply.</a:t>
            </a:r>
          </a:p>
          <a:p>
            <a:r>
              <a:rPr lang="en-US" sz="1400">
                <a:solidFill>
                  <a:srgbClr val="111111"/>
                </a:solidFill>
              </a:rPr>
              <a:t>You need Datadog permissions for the resources you query, and no Datadog credentials are sent to the model provider.</a:t>
            </a:r>
          </a:p>
          <a:p>
            <a:r>
              <a:rPr lang="en-US" sz="1400">
                <a:solidFill>
                  <a:srgbClr val="111111"/>
                </a:solidFill>
              </a:rPr>
              <a:t>Stress that the plugin does not widen access.</a:t>
            </a:r>
          </a:p>
          <a:p>
            <a:r>
              <a:rPr lang="en-US" sz="1400">
                <a:solidFill>
                  <a:srgbClr val="111111"/>
                </a:solidFill>
              </a:rPr>
              <a:t>Citations</a:t>
            </a:r>
          </a:p>
          <a:p>
            <a:r>
              <a:rPr lang="en-US" sz="1400">
                <a:solidFill>
                  <a:srgbClr val="111111"/>
                </a:solidFill>
              </a:rPr>
              <a:t>[ev-10] Set Up the Datadog MCP Server: https://docs.datadoghq.com/mcp_server/setup/</a:t>
            </a:r>
          </a:p>
          <a:p>
            <a:r>
              <a:rPr lang="en-US" sz="1400">
                <a:solidFill>
                  <a:srgbClr val="111111"/>
                </a:solidFill>
              </a:rPr>
              <a:t>[ev-09] Datadog Claude Code Plugin: https://github.com/datadog-labs/claude-code-plugin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Control. Choose the toolsets.</a:t>
            </a:r>
          </a:p>
          <a:p>
            <a:r>
              <a:rPr lang="en-US" sz="1400">
                <a:solidFill>
                  <a:srgbClr val="111111"/>
                </a:solidFill>
              </a:rPr>
              <a:t>Enable or disable groups of MCP tools so the agent sees only the Datadog products your team needs.</a:t>
            </a:r>
          </a:p>
          <a:p>
            <a:r>
              <a:rPr lang="en-US" sz="1400">
                <a:solidFill>
                  <a:srgbClr val="111111"/>
                </a:solidFill>
              </a:rPr>
              <a:t>Recommend starting with one narrow toolset.</a:t>
            </a:r>
          </a:p>
          <a:p>
            <a:r>
              <a:rPr lang="en-US" sz="1400">
                <a:solidFill>
                  <a:srgbClr val="111111"/>
                </a:solidFill>
              </a:rPr>
              <a:t>Citations</a:t>
            </a:r>
          </a:p>
          <a:p>
            <a:r>
              <a:rPr lang="en-US" sz="1400">
                <a:solidFill>
                  <a:srgbClr val="111111"/>
                </a:solidFill>
              </a:rPr>
              <a:t>[ev-11] Datadog Claude Code Plugin: https://github.com/datadog-labs/claude-code-plugin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Risk. Preview, compliance, site limits.</a:t>
            </a:r>
          </a:p>
          <a:p>
            <a:r>
              <a:rPr lang="en-US" sz="1400">
                <a:solidFill>
                  <a:srgbClr val="111111"/>
                </a:solidFill>
              </a:rPr>
              <a:t>The plugin is in Preview. The server is HIPAA-eligible, but you own compliance for connected tools, and the government sites are unsupported.</a:t>
            </a:r>
          </a:p>
          <a:p>
            <a:r>
              <a:rPr lang="en-US" sz="1400">
                <a:solidFill>
                  <a:srgbClr val="111111"/>
                </a:solidFill>
              </a:rPr>
              <a:t>Close with the pilot recommendation and the preview caveat.</a:t>
            </a:r>
          </a:p>
          <a:p>
            <a:r>
              <a:rPr lang="en-US" sz="1400">
                <a:solidFill>
                  <a:srgbClr val="111111"/>
                </a:solidFill>
              </a:rPr>
              <a:t>Citations</a:t>
            </a:r>
          </a:p>
          <a:p>
            <a:r>
              <a:rPr lang="en-US" sz="1400">
                <a:solidFill>
                  <a:srgbClr val="111111"/>
                </a:solidFill>
              </a:rPr>
              <a:t>[ev-03] Datadog Claude Code Plugin: https://github.com/datadog-labs/claude-code-plugin</a:t>
            </a:r>
          </a:p>
          <a:p>
            <a:r>
              <a:rPr lang="en-US" sz="1400">
                <a:solidFill>
                  <a:srgbClr val="111111"/>
                </a:solidFill>
              </a:rPr>
              <a:t>[ev-04] Datadog | Claude by Anthropic: https://claude.com/marketplace/plugins/datadog</a:t>
            </a:r>
          </a:p>
          <a:p>
            <a:r>
              <a:rPr lang="en-US" sz="1400">
                <a:solidFill>
                  <a:srgbClr val="111111"/>
                </a:solidFill>
              </a:rPr>
              <a:t>[ev-12] Datadog MCP Server: https://docs.datadoghq.com/mcp_server/</a:t>
            </a:r>
          </a:p>
          <a:p>
            <a:r>
              <a:rPr lang="en-US" sz="1400">
                <a:solidFill>
                  <a:srgbClr val="111111"/>
                </a:solidFill>
              </a:rPr>
              <a:t>[ev-13] Set Up the Datadog MCP Server: https://docs.datadoghq.com/mcp_server/setup/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Datadog MCP Server: https://docs.datadoghq.com/mcp_server/</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Datadog | Claude by Anthropic: https://claude.com/marketplace/plugins/datadog</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MCP Server: https://docs.datadoghq.com/mcp_server/</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hat-it-is-02701015e9bf.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mcp-flow-4177aa1687b3.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setup-d86356b9ae0f.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access-d780408aaa32.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visual-risk-3e49a5f78a29.pn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9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F4F5FF"/>
                </a:solidFill>
              </a:rPr>
              <a:t>Datadog for Claude Cowork.</a:t>
            </a:r>
            <a:r>
              <a:rPr lang="en-US" sz="3600" b="1">
                <a:solidFill>
                  <a:srgbClr val="9D6CFF"/>
                </a:solidFill>
              </a:rPr>
              <a:t> Observability by conversation.</a:t>
            </a:r>
          </a:p>
        </p:txBody>
      </p:sp>
      <p:sp>
        <p:nvSpPr>
          <p:cNvPr id="4" name="Summary"/>
          <p:cNvSpPr txBox="1"/>
          <p:nvPr/>
        </p:nvSpPr>
        <p:spPr>
          <a:xfrm>
            <a:off x="685800" y="3000000"/>
            <a:ext cx="9600000" cy="12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900">
                <a:solidFill>
                  <a:srgbClr val="B3B4BF"/>
                </a:solidFill>
              </a:rPr>
              <a:t>The Datadog plugin and connector let Claude query Datadog logs, metrics, traces, dashboards and monitors through the Datadog MCP Server.</a:t>
            </a:r>
          </a:p>
        </p:txBody>
      </p:sp>
      <p:sp>
        <p:nvSpPr>
          <p:cNvPr id="5" name="Decision"/>
          <p:cNvSpPr/>
          <p:nvPr/>
        </p:nvSpPr>
        <p:spPr>
          <a:xfrm>
            <a:off x="685800" y="4500000"/>
            <a:ext cx="10820400" cy="1000000"/>
          </a:xfrm>
          <a:prstGeom prst="roundRect">
            <a:avLst>
              <a:gd name="adj" fmla="val 9000"/>
            </a:avLst>
          </a:prstGeom>
          <a:solidFill>
            <a:srgbClr val="221C3F"/>
          </a:solidFill>
          <a:ln w="12700">
            <a:solidFill>
              <a:srgbClr val="9D6CFF"/>
            </a:solidFill>
          </a:ln>
        </p:spPr>
        <p:txBody>
          <a:bodyPr wrap="square" lIns="182880" tIns="91440" rIns="182880" bIns="91440" anchor="ctr">
            <a:normAutofit/>
          </a:bodyPr>
          <a:lstStyle/>
          <a:p>
            <a:pPr algn="l">
              <a:lnSpc>
                <a:spcPct val="105000"/>
              </a:lnSpc>
              <a:spcAft>
                <a:spcPts val="0"/>
              </a:spcAft>
            </a:pPr>
            <a:r>
              <a:rPr lang="en-US" sz="1400" b="1">
                <a:solidFill>
                  <a:srgbClr val="9D6CFF"/>
                </a:solidFill>
              </a:rPr>
              <a:t>DECISION  </a:t>
            </a:r>
            <a:r>
              <a:rPr lang="en-US" sz="1600" b="1">
                <a:solidFill>
                  <a:srgbClr val="F4F5FF"/>
                </a:solidFill>
              </a:rPr>
              <a:t>Pilot the Datadog connector with one team, keep Datadog permissions scoped, and treat the Preview status as a rollout risk.</a:t>
            </a:r>
          </a:p>
        </p:txBody>
      </p:sp>
      <p:sp>
        <p:nvSpPr>
          <p:cNvPr id="6"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7"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1 /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 bridge.</a:t>
            </a:r>
            <a:r>
              <a:rPr lang="en-US" sz="2900" b="1">
                <a:solidFill>
                  <a:srgbClr val="9D6CFF"/>
                </a:solidFill>
              </a:rPr>
              <a:t> Not a dashboard.</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a:solidFill>
                  <a:srgbClr val="F4F5FF"/>
                </a:solidFill>
              </a:rPr>
              <a:t>The Datadog MCP Server links your observability data to any agent that speaks the Model Context Protocol, so you ask instead of clicking through screens.</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what-it-is" descr="Datadog data reaches an MCP-capable agent through the Datadog MCP Server.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bridges Datadog observability data to AI agents, so logs, metrics, traces, dashboards and monitors can be queried in natural language.</a:t>
            </a:r>
          </a:p>
          <a:p>
            <a:pPr algn="l">
              <a:lnSpc>
                <a:spcPct val="105000"/>
              </a:lnSpc>
              <a:spcAft>
                <a:spcPts val="0"/>
              </a:spcAft>
            </a:pPr>
            <a:r>
              <a:rPr lang="en-US" sz="1100">
                <a:solidFill>
                  <a:srgbClr val="B3B4BF"/>
                </a:solidFill>
              </a:rPr>
              <a:t>[ev-01]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[ev-01] Datadog MCP Server  ·  [ev-02]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2 /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Where it runs.</a:t>
            </a:r>
            <a:r>
              <a:rPr lang="en-US" sz="2900" b="1">
                <a:solidFill>
                  <a:srgbClr val="9D6CFF"/>
                </a:solidFill>
              </a:rPr>
              <a:t> Cowork and Claude Code.</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600">
                <a:solidFill>
                  <a:srgbClr val="F4F5FF"/>
                </a:solidFill>
              </a:rPr>
              <a:t>Claude, including Cowork, uses the official connector. Claude Code installs the plugin from the official Anthropic marketplace.</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mcp-flow" descr="Four-step flow: Datadog data, MCP server, Claude connector or plugin, your team, with existing permissions applying at each step."/>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For Claude, including Claude Cowork, the official Datadog connector is the recommended path and includes MCP Apps for in-product visualizations.</a:t>
            </a:r>
          </a:p>
          <a:p>
            <a:pPr algn="l">
              <a:lnSpc>
                <a:spcPct val="105000"/>
              </a:lnSpc>
              <a:spcAft>
                <a:spcPts val="0"/>
              </a:spcAft>
            </a:pPr>
            <a:r>
              <a:rPr lang="en-US" sz="1100">
                <a:solidFill>
                  <a:srgbClr val="B3B4BF"/>
                </a:solidFill>
              </a:rPr>
              <a:t>[ev-05]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300">
                <a:solidFill>
                  <a:srgbClr val="F4F5FF"/>
                </a:solidFill>
              </a:rPr>
              <a:t>Claude Code installs the Datadog plugin from the official Anthropic Plugin Marketplace; the plugin bundles the MCP Server with skills and auto-updates.</a:t>
            </a:r>
          </a:p>
          <a:p>
            <a:pPr algn="l">
              <a:lnSpc>
                <a:spcPct val="105000"/>
              </a:lnSpc>
              <a:spcAft>
                <a:spcPts val="0"/>
              </a:spcAft>
            </a:pPr>
            <a:r>
              <a:rPr lang="en-US" sz="1100">
                <a:solidFill>
                  <a:srgbClr val="B3B4BF"/>
                </a:solidFill>
              </a:rPr>
              <a:t>[ev-06] Set Up the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[ev-05] Set Up the Datadog MCP Server  ·  [ev-06] Set Up the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3 / 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Set up.</a:t>
            </a:r>
            <a:r>
              <a:rPr lang="en-US" sz="2900" b="1">
                <a:solidFill>
                  <a:srgbClr val="9D6CFF"/>
                </a:solidFill>
              </a:rPr>
              <a:t> Pick a site, sign in.</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Choose your Datadog site and sign in with OAuth. Keys are supported, and older manual servers or custom connectors should be removed first.</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setup" descr="Setup order: clear conflicts, install, choose a site, sign in.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Setup asks you to choose a Datadog site and sign in with OAuth in the browser; API and application keys are a supported alternative.</a:t>
            </a:r>
          </a:p>
          <a:p>
            <a:pPr algn="l">
              <a:lnSpc>
                <a:spcPct val="105000"/>
              </a:lnSpc>
              <a:spcAft>
                <a:spcPts val="0"/>
              </a:spcAft>
            </a:pPr>
            <a:r>
              <a:rPr lang="en-US" sz="1100">
                <a:solidFill>
                  <a:srgbClr val="B3B4BF"/>
                </a:solidFill>
              </a:rPr>
              <a:t>[ev-07]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Remove any separately registered Datadog MCP server or custom connector first to avoid conflicts.</a:t>
            </a:r>
          </a:p>
          <a:p>
            <a:pPr algn="l">
              <a:lnSpc>
                <a:spcPct val="105000"/>
              </a:lnSpc>
              <a:spcAft>
                <a:spcPts val="0"/>
              </a:spcAft>
            </a:pPr>
            <a:r>
              <a:rPr lang="en-US" sz="1100">
                <a:solidFill>
                  <a:srgbClr val="B3B4BF"/>
                </a:solidFill>
              </a:rPr>
              <a:t>[ev-14] Datadog Claude Code Plugin</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[ev-07] Set Up the Datadog MCP Server  ·  [ev-08] Datadog Claude Code Plugin  ·  [ev-14] Datadog Claude Code Plugin</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Access.</a:t>
            </a:r>
            <a:r>
              <a:rPr lang="en-US" sz="2900" b="1">
                <a:solidFill>
                  <a:srgbClr val="9D6CFF"/>
                </a:solidFill>
              </a:rPr>
              <a:t> Your permissions still apply.</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F4F5FF"/>
                </a:solidFill>
              </a:rPr>
              <a:t>You need Datadog permissions for the resources you query, and no Datadog credentials are sent to the model provider.</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access" descr="Your Datadog permissions apply; no Datadog credentials go to the model provider. (excalidraw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You need Datadog permissions for the resources you query, and the plugin states that no Datadog credentials are sent to the AI model provider.</a:t>
            </a:r>
          </a:p>
          <a:p>
            <a:pPr algn="l">
              <a:lnSpc>
                <a:spcPct val="105000"/>
              </a:lnSpc>
              <a:spcAft>
                <a:spcPts val="0"/>
              </a:spcAft>
            </a:pPr>
            <a:r>
              <a:rPr lang="en-US" sz="1100">
                <a:solidFill>
                  <a:srgbClr val="B3B4BF"/>
                </a:solidFill>
              </a:rPr>
              <a:t>[ev-10] Set Up the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[ev-10] Set Up the Datadog MCP Server  ·  [ev-09]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5 /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Control.</a:t>
            </a:r>
            <a:r>
              <a:rPr lang="en-US" sz="2900" b="1">
                <a:solidFill>
                  <a:srgbClr val="9D6CFF"/>
                </a:solidFill>
              </a:rPr>
              <a:t> Choose the toolsets.</a:t>
            </a:r>
          </a:p>
        </p:txBody>
      </p:sp>
      <p:sp>
        <p:nvSpPr>
          <p:cNvPr id="4" name="Body"/>
          <p:cNvSpPr txBox="1"/>
          <p:nvPr/>
        </p:nvSpPr>
        <p:spPr>
          <a:xfrm>
            <a:off x="685800" y="1750000"/>
            <a:ext cx="53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F4F5FF"/>
                </a:solidFill>
              </a:rPr>
              <a:t>Enable or disable groups of MCP tools so the agent sees only the Datadog products your team needs.</a:t>
            </a:r>
          </a:p>
        </p:txBody>
      </p:sp>
      <p:sp>
        <p:nvSpPr>
          <p:cNvPr id="5" name="Accent rule"/>
          <p:cNvSpPr/>
          <p:nvPr/>
        </p:nvSpPr>
        <p:spPr>
          <a:xfrm>
            <a:off x="548640" y="1800000"/>
            <a:ext cx="45720" cy="3800000"/>
          </a:xfrm>
          <a:prstGeom prst="rect">
            <a:avLst/>
          </a:prstGeom>
          <a:solidFill>
            <a:srgbClr val="9D6CFF"/>
          </a:solidFill>
          <a:ln>
            <a:noFill/>
          </a:ln>
        </p:spPr>
      </p:sp>
      <p:sp>
        <p:nvSpPr>
          <p:cNvPr id="6"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800">
                <a:solidFill>
                  <a:srgbClr val="F4F5FF"/>
                </a:solidFill>
              </a:rPr>
              <a:t>Groups of MCP tools can be enabled or disabled with the toolsets command.</a:t>
            </a:r>
          </a:p>
          <a:p>
            <a:pPr algn="l">
              <a:lnSpc>
                <a:spcPct val="105000"/>
              </a:lnSpc>
              <a:spcAft>
                <a:spcPts val="0"/>
              </a:spcAft>
            </a:pPr>
            <a:r>
              <a:rPr lang="en-US" sz="1100">
                <a:solidFill>
                  <a:srgbClr val="B3B4BF"/>
                </a:solidFill>
              </a:rPr>
              <a:t>[ev-11] Datadog Claude Code Plugin</a:t>
            </a:r>
          </a:p>
        </p:txBody>
      </p:sp>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[ev-11] Datadog Claude Code Plugin</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6 /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Risk.</a:t>
            </a:r>
            <a:r>
              <a:rPr lang="en-US" sz="2900" b="1">
                <a:solidFill>
                  <a:srgbClr val="9D6CFF"/>
                </a:solidFill>
              </a:rPr>
              <a:t> Preview, compliance, site limits.</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The plugin is in Preview. The server is HIPAA-eligible, but you own compliance for connected tools, and the government sites are unsupported.</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risk" descr="Rollout checklist: Preview status, compliance ownership and supported sites. (marp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600">
                <a:solidFill>
                  <a:srgbClr val="F4F5FF"/>
                </a:solidFill>
              </a:rPr>
              <a:t>The Datadog plugin and its marketplace listing are in Preview.</a:t>
            </a:r>
          </a:p>
          <a:p>
            <a:pPr algn="l">
              <a:lnSpc>
                <a:spcPct val="105000"/>
              </a:lnSpc>
              <a:spcAft>
                <a:spcPts val="0"/>
              </a:spcAft>
            </a:pPr>
            <a:r>
              <a:rPr lang="en-US" sz="1100">
                <a:solidFill>
                  <a:srgbClr val="B3B4BF"/>
                </a:solidFill>
              </a:rPr>
              <a:t>[ev-03] Datadog Claude Code Plugin</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is HIPAA-eligible, customers remain responsible for the compliance of the AI tools they connect, and the server is not supported on the Datadog government sites.</a:t>
            </a:r>
          </a:p>
          <a:p>
            <a:pPr algn="l">
              <a:lnSpc>
                <a:spcPct val="105000"/>
              </a:lnSpc>
              <a:spcAft>
                <a:spcPts val="0"/>
              </a:spcAft>
            </a:pPr>
            <a:r>
              <a:rPr lang="en-US" sz="1100">
                <a:solidFill>
                  <a:srgbClr val="B3B4BF"/>
                </a:solidFill>
              </a:rPr>
              <a:t>[ev-12]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[ev-03] Datadog Claude Code Plugin  ·  [ev-04] Datadog | Claude by Anthropic  ·  [ev-12]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7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F4F5FF"/>
                </a:solidFill>
              </a:rPr>
              <a:t>Sources.</a:t>
            </a:r>
            <a:r>
              <a:rPr lang="en-US" sz="2400" b="1">
                <a:solidFill>
                  <a:srgbClr val="9D6CFF"/>
                </a:solidFill>
              </a:rPr>
              <a:t> Every claim traces to one.</a:t>
            </a:r>
          </a:p>
        </p:txBody>
      </p:sp>
      <p:sp>
        <p:nvSpPr>
          <p:cNvPr id="4" name="Sources"/>
          <p:cNvSpPr txBox="1"/>
          <p:nvPr/>
        </p:nvSpPr>
        <p:spPr>
          <a:xfrm>
            <a:off x="685800" y="17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b="1">
                <a:solidFill>
                  <a:srgbClr val="F4F5FF"/>
                </a:solidFill>
              </a:rPr>
              <a:t>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a:t>
            </a:r>
          </a:p>
          <a:p>
            <a:pPr algn="l">
              <a:lnSpc>
                <a:spcPct val="105000"/>
              </a:lnSpc>
              <a:spcAft>
                <a:spcPts val="0"/>
              </a:spcAft>
            </a:pPr>
            <a:r>
              <a:rPr lang="en-US" sz="1800" b="1">
                <a:solidFill>
                  <a:srgbClr val="F4F5FF"/>
                </a:solidFill>
              </a:rPr>
              <a:t>Datadog Claude Code Plugin</a:t>
            </a:r>
            <a:r>
              <a:rPr lang="en-US" sz="1200">
                <a:solidFill>
                  <a:srgbClr val="B3B4BF"/>
                </a:solidFill>
              </a:rPr>
              <a:t>  retrieved 2026-09-29</a:t>
            </a:r>
          </a:p>
          <a:p>
            <a:pPr algn="l">
              <a:lnSpc>
                <a:spcPct val="105000"/>
              </a:lnSpc>
              <a:spcAft>
                <a:spcPts val="1400"/>
              </a:spcAft>
            </a:pPr>
            <a:r>
              <a:rPr lang="en-US" sz="1400">
                <a:solidFill>
                  <a:srgbClr val="9D6CFF"/>
                </a:solidFill>
              </a:rPr>
              <a:t>https://github.com/datadog-labs/claude-code-plugin</a:t>
            </a:r>
          </a:p>
          <a:p>
            <a:pPr algn="l">
              <a:lnSpc>
                <a:spcPct val="105000"/>
              </a:lnSpc>
              <a:spcAft>
                <a:spcPts val="0"/>
              </a:spcAft>
            </a:pPr>
            <a:r>
              <a:rPr lang="en-US" sz="1800" b="1">
                <a:solidFill>
                  <a:srgbClr val="F4F5FF"/>
                </a:solidFill>
              </a:rPr>
              <a:t>Datadog | Claude by Anthropic</a:t>
            </a:r>
            <a:r>
              <a:rPr lang="en-US" sz="1200">
                <a:solidFill>
                  <a:srgbClr val="B3B4BF"/>
                </a:solidFill>
              </a:rPr>
              <a:t>  retrieved 2026-09-29</a:t>
            </a:r>
          </a:p>
          <a:p>
            <a:pPr algn="l">
              <a:lnSpc>
                <a:spcPct val="105000"/>
              </a:lnSpc>
              <a:spcAft>
                <a:spcPts val="1400"/>
              </a:spcAft>
            </a:pPr>
            <a:r>
              <a:rPr lang="en-US" sz="1400">
                <a:solidFill>
                  <a:srgbClr val="9D6CFF"/>
                </a:solidFill>
              </a:rPr>
              <a:t>https://claude.com/marketplace/plugins/datadog</a:t>
            </a:r>
          </a:p>
          <a:p>
            <a:pPr algn="l">
              <a:lnSpc>
                <a:spcPct val="105000"/>
              </a:lnSpc>
              <a:spcAft>
                <a:spcPts val="0"/>
              </a:spcAft>
            </a:pPr>
            <a:r>
              <a:rPr lang="en-US" sz="1800" b="1">
                <a:solidFill>
                  <a:srgbClr val="F4F5FF"/>
                </a:solidFill>
              </a:rPr>
              <a:t>Set Up the 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https://docs.datadoghq.com/mcp_server/setup/</a:t>
            </a:r>
          </a:p>
        </p:txBody>
      </p:sp>
      <p:sp>
        <p:nvSpPr>
          <p:cNvPr id="5"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6"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8 / 8</a:t>
            </a:r>
          </a:p>
        </p:txBody>
      </p:sp>
    </p:spTree>
  </p:cSld>
  <p:clrMapOvr>
    <a:masterClrMapping/>
  </p:clrMapOvr>
</p:sld>
</file>

<file path=ppt/theme/theme1.xml><?xml version="1.0" encoding="utf-8"?>
<a:theme xmlns:a="http://schemas.openxmlformats.org/drawingml/2006/main" name="datadog-dark">
  <a:themeElements>
    <a:clrScheme name="datadog-dark">
      <a:dk1>
        <a:srgbClr val="F4F5FF"/>
      </a:dk1>
      <a:lt1>
        <a:srgbClr val="0B0D1A"/>
      </a:lt1>
      <a:dk2>
        <a:srgbClr val="1F1F1F"/>
      </a:dk2>
      <a:lt2>
        <a:srgbClr val="F8F8F8"/>
      </a:lt2>
      <a:accent1>
        <a:srgbClr val="9D6CFF"/>
      </a:accent1>
      <a:accent2>
        <a:srgbClr val="5B9BD5"/>
      </a:accent2>
      <a:accent3>
        <a:srgbClr val="70AD47"/>
      </a:accent3>
      <a:accent4>
        <a:srgbClr val="FFC000"/>
      </a:accent4>
      <a:accent5>
        <a:srgbClr val="C00000"/>
      </a:accent5>
      <a:accent6>
        <a:srgbClr val="7030A0"/>
      </a:accent6>
      <a:hlink>
        <a:srgbClr val="9D6CFF"/>
      </a:hlink>
      <a:folHlink>
        <a:srgbClr val="7F7F7F"/>
      </a:folHlink>
    </a:clrScheme>
    <a:fontScheme name="datadog-dark">
      <a:majorFont>
        <a:latin typeface="Segoe UI"/>
        <a:ea typeface=""/>
        <a:cs typeface=""/>
      </a:majorFont>
      <a:minorFont>
        <a:latin typeface="Segoe UI"/>
        <a:ea typeface=""/>
        <a:cs typeface=""/>
      </a:minorFont>
    </a:fontScheme>
    <a:fmtScheme name="datadog-dark">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8</Slides>
  <Notes>8</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Datadog for Claude Cowork. Observability by conversation.</dc:title>
  <dc:creator>a2swe</dc:creator>
  <cp:lastModifiedBy>a2swe</cp:lastModifiedBy>
  <dcterms:created xsi:type="dcterms:W3CDTF">2020-01-01T00:00:00Z</dcterms:created>
  <dcterms:modified xsi:type="dcterms:W3CDTF">2020-01-01T00:00:00Z</dcterms:modified>
</cp:coreProperties>
</file>