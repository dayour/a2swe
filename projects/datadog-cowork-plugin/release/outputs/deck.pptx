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theme" Target="theme/them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Datadog for Claude Cowork. Observability by conversation.</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The Datadog plugin and connector let Claude query Datadog logs, metrics, traces, dashboards and monitors through the Datadog MCP Server.
The Datadog MCP Server links your observability data to any agent that speaks the Model Context Protocol, so you ask instead of clicking through screens.
Claude, including Cowork, uses the official connector. Claude Code installs the plugin from the official Anthropic marketplace.
Choose your Datadog site and sign in with OAuth. Keys are supported, and older manual servers or custom connectors should be removed first.
You need Datadog permissions for the resources you query, and no Datadog credentials are sent to the model provider.
Enable or disable groups of MCP tools so the agent sees only the Datadog products your team needs.
The plugin is in Preview. The server is HIPAA-eligible, but you own compliance for connected tools, and the government sites are unsupported.
Evidence: The Datadog MCP Server bridges Datadog observability data to AI agents, so logs, metrics, traces, dashboards and monitors can be queried in natural language. [ev-01] Datadog MCP Server
Evidence: For Claude, including Claude Cowork, the official Datadog connector is the recommended path and includes MCP Apps for in-product visualizations. [ev-05] Set Up the Datadog MCP Server
Evidence: Claude Code installs the Datadog plugin from the official Anthropic Plugin Marketplace; the plugin bundles the MCP Server with skills and auto-updates. [ev-06] Set Up the Datadog MCP Server
Evidence: Setup asks you to choose a Datadog site and sign in with OAuth in the browser; API and application keys are a supported alternative. [ev-07] Set Up the Datadog MCP Server
Evidence: Remove any separately registered Datadog MCP server or custom connector first to avoid conflicts. [ev-14] Datadog Claude Code Plugin
Evidence: You need Datadog permissions for the resources you query, and the plugin states that no Datadog credentials are sent to the AI model provider. [ev-10] Set Up the Datadog MCP Server
Evidence: Groups of MCP tools can be enabled or disabled with the toolsets command. [ev-11] Datadog Claude Code Plugin
Evidence: The Datadog plugin and its marketplace listing are in Preview. [ev-03] Datadog Claude Code Plugin
Evidence: The Datadog MCP Server is HIPAA-eligible, customers remain responsible for the compliance of the AI tools they connect, and the server is not supported on the Datadog government sites. [ev-12] Datadog MCP Server</a:t>
            </a:r>
          </a:p>
          <a:p>
            <a:r>
              <a:rPr lang="en-US" sz="1400">
                <a:solidFill>
                  <a:srgbClr val="111111"/>
                </a:solidFill>
              </a:rPr>
              <a:t>Citations</a:t>
            </a:r>
          </a:p>
          <a:p>
            <a:r>
              <a:rPr lang="en-US" sz="1400">
                <a:solidFill>
                  <a:srgbClr val="111111"/>
                </a:solidFill>
              </a:rPr>
              <a:t>[ev-01] Datadog MCP Server</a:t>
            </a:r>
          </a:p>
          <a:p>
            <a:r>
              <a:rPr lang="en-US" sz="1400">
                <a:solidFill>
                  <a:srgbClr val="111111"/>
                </a:solidFill>
              </a:rPr>
              <a:t>[ev-02] Datadog Claude Code Plugin</a:t>
            </a:r>
          </a:p>
          <a:p>
            <a:r>
              <a:rPr lang="en-US" sz="1400">
                <a:solidFill>
                  <a:srgbClr val="111111"/>
                </a:solidFill>
              </a:rPr>
              <a:t>[ev-03] Datadog Claude Code Plugin</a:t>
            </a:r>
          </a:p>
          <a:p>
            <a:r>
              <a:rPr lang="en-US" sz="1400">
                <a:solidFill>
                  <a:srgbClr val="111111"/>
                </a:solidFill>
              </a:rPr>
              <a:t>[ev-04] Datadog | Claude by Anthropic</a:t>
            </a:r>
          </a:p>
          <a:p>
            <a:r>
              <a:rPr lang="en-US" sz="1400">
                <a:solidFill>
                  <a:srgbClr val="111111"/>
                </a:solidFill>
              </a:rPr>
              <a:t>[ev-05] Set Up the Datadog MCP Server</a:t>
            </a:r>
          </a:p>
          <a:p>
            <a:r>
              <a:rPr lang="en-US" sz="1400">
                <a:solidFill>
                  <a:srgbClr val="111111"/>
                </a:solidFill>
              </a:rPr>
              <a:t>[ev-06] Set Up the Datadog MCP Server</a:t>
            </a:r>
          </a:p>
          <a:p>
            <a:r>
              <a:rPr lang="en-US" sz="1400">
                <a:solidFill>
                  <a:srgbClr val="111111"/>
                </a:solidFill>
              </a:rPr>
              <a:t>[ev-07] Set Up the Datadog MCP Server</a:t>
            </a:r>
          </a:p>
          <a:p>
            <a:r>
              <a:rPr lang="en-US" sz="1400">
                <a:solidFill>
                  <a:srgbClr val="111111"/>
                </a:solidFill>
              </a:rPr>
              <a:t>[ev-08] Datadog Claude Code Plugin</a:t>
            </a:r>
          </a:p>
          <a:p>
            <a:r>
              <a:rPr lang="en-US" sz="1400">
                <a:solidFill>
                  <a:srgbClr val="111111"/>
                </a:solidFill>
              </a:rPr>
              <a:t>[ev-09] Datadog Claude Code Plugin</a:t>
            </a:r>
          </a:p>
          <a:p>
            <a:r>
              <a:rPr lang="en-US" sz="1400">
                <a:solidFill>
                  <a:srgbClr val="111111"/>
                </a:solidFill>
              </a:rPr>
              <a:t>[ev-10] Set Up the Datadog MCP Server</a:t>
            </a:r>
          </a:p>
          <a:p>
            <a:r>
              <a:rPr lang="en-US" sz="1400">
                <a:solidFill>
                  <a:srgbClr val="111111"/>
                </a:solidFill>
              </a:rPr>
              <a:t>[ev-11] Datadog Claude Code Plugin</a:t>
            </a:r>
          </a:p>
          <a:p>
            <a:r>
              <a:rPr lang="en-US" sz="1400">
                <a:solidFill>
                  <a:srgbClr val="111111"/>
                </a:solidFill>
              </a:rPr>
              <a:t>[ev-12] Datadog MCP Server</a:t>
            </a:r>
          </a:p>
          <a:p>
            <a:r>
              <a:rPr lang="en-US" sz="1400">
                <a:solidFill>
                  <a:srgbClr val="111111"/>
                </a:solidFill>
              </a:rPr>
              <a:t>[ev-13] Set Up the Datadog MCP Server</a:t>
            </a:r>
          </a:p>
          <a:p>
            <a:r>
              <a:rPr lang="en-US" sz="1400">
                <a:solidFill>
                  <a:srgbClr val="111111"/>
                </a:solidFill>
              </a:rPr>
              <a:t>[ev-14] Datadog Claude Code Plugin</a:t>
            </a:r>
          </a:p>
          <a:p>
            <a:r>
              <a:rPr lang="en-US" sz="1400">
                <a:solidFill>
                  <a:srgbClr val="111111"/>
                </a:solidFill>
              </a:rPr>
              <a:t>[ev-15] Set Up the Datadog MCP Server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 bridge. Not a dashboard.</a:t>
            </a:r>
          </a:p>
          <a:p>
            <a:r>
              <a:rPr lang="en-US" sz="1400">
                <a:solidFill>
                  <a:srgbClr val="111111"/>
                </a:solidFill>
              </a:rPr>
              <a:t>The Datadog MCP Server links your observability data to any agent that speaks the Model Context Protocol, so you ask instead of clicking through screens.</a:t>
            </a:r>
          </a:p>
          <a:p>
            <a:r>
              <a:rPr lang="en-US" sz="1400">
                <a:solidFill>
                  <a:srgbClr val="111111"/>
                </a:solidFill>
              </a:rPr>
              <a:t>Explain that the plugin is a bridge to Datadog data for MCP agents.
Evidence: The Datadog MCP Server bridges Datadog observability data to AI agents, so logs, metrics, traces, dashboards and monitors can be queried in natural language. [ev-01] Datadog MCP Server</a:t>
            </a:r>
          </a:p>
          <a:p>
            <a:r>
              <a:rPr lang="en-US" sz="1400">
                <a:solidFill>
                  <a:srgbClr val="111111"/>
                </a:solidFill>
              </a:rPr>
              <a:t>Citations</a:t>
            </a:r>
          </a:p>
          <a:p>
            <a:r>
              <a:rPr lang="en-US" sz="1400">
                <a:solidFill>
                  <a:srgbClr val="111111"/>
                </a:solidFill>
              </a:rPr>
              <a:t>[ev-01] Datadog MCP Server: https://docs.datadoghq.com/mcp_server/</a:t>
            </a:r>
          </a:p>
          <a:p>
            <a:r>
              <a:rPr lang="en-US" sz="1400">
                <a:solidFill>
                  <a:srgbClr val="111111"/>
                </a:solidFill>
              </a:rPr>
              <a:t>[ev-02] Datadog Claude Code Plugin: https://github.com/datadog-labs/claude-code-plugin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Where it runs. Cowork and Claude Code.</a:t>
            </a:r>
          </a:p>
          <a:p>
            <a:r>
              <a:rPr lang="en-US" sz="1400">
                <a:solidFill>
                  <a:srgbClr val="111111"/>
                </a:solidFill>
              </a:rPr>
              <a:t>Claude, including Cowork, uses the official connector. Claude Code installs the plugin from the official Anthropic marketplace.</a:t>
            </a:r>
          </a:p>
          <a:p>
            <a:r>
              <a:rPr lang="en-US" sz="1400">
                <a:solidFill>
                  <a:srgbClr val="111111"/>
                </a:solidFill>
              </a:rPr>
              <a:t>Show the path from Datadog data to the team through the connector or plugin.
Evidence: For Claude, including Claude Cowork, the official Datadog connector is the recommended path and includes MCP Apps for in-product visualizations. [ev-05] Set Up the Datadog MCP Server
Evidence: Claude Code installs the Datadog plugin from the official Anthropic Plugin Marketplace; the plugin bundles the MCP Server with skills and auto-updates. [ev-06] Set Up the Datadog MCP Server</a:t>
            </a:r>
          </a:p>
          <a:p>
            <a:r>
              <a:rPr lang="en-US" sz="1400">
                <a:solidFill>
                  <a:srgbClr val="111111"/>
                </a:solidFill>
              </a:rPr>
              <a:t>Citations</a:t>
            </a:r>
          </a:p>
          <a:p>
            <a:r>
              <a:rPr lang="en-US" sz="1400">
                <a:solidFill>
                  <a:srgbClr val="111111"/>
                </a:solidFill>
              </a:rPr>
              <a:t>[ev-05] Set Up the Datadog MCP Server: https://docs.datadoghq.com/mcp_server/setup/</a:t>
            </a:r>
          </a:p>
          <a:p>
            <a:r>
              <a:rPr lang="en-US" sz="1400">
                <a:solidFill>
                  <a:srgbClr val="111111"/>
                </a:solidFill>
              </a:rPr>
              <a:t>[ev-06] Set Up the Datadog MCP Server: https://docs.datadoghq.com/mcp_server/setup/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Set up. Pick a site, sign in.</a:t>
            </a:r>
          </a:p>
          <a:p>
            <a:r>
              <a:rPr lang="en-US" sz="1400">
                <a:solidFill>
                  <a:srgbClr val="111111"/>
                </a:solidFill>
              </a:rPr>
              <a:t>Choose your Datadog site and sign in with OAuth. Keys are supported, and older manual servers or custom connectors should be removed first.</a:t>
            </a:r>
          </a:p>
          <a:p>
            <a:r>
              <a:rPr lang="en-US" sz="1400">
                <a:solidFill>
                  <a:srgbClr val="111111"/>
                </a:solidFill>
              </a:rPr>
              <a:t>Walk through the guided setup and the conflict warning.
Evidence: Setup asks you to choose a Datadog site and sign in with OAuth in the browser; API and application keys are a supported alternative. [ev-07] Set Up the Datadog MCP Server
Evidence: Remove any separately registered Datadog MCP server or custom connector first to avoid conflicts. [ev-14] Datadog Claude Code Plugin</a:t>
            </a:r>
          </a:p>
          <a:p>
            <a:r>
              <a:rPr lang="en-US" sz="1400">
                <a:solidFill>
                  <a:srgbClr val="111111"/>
                </a:solidFill>
              </a:rPr>
              <a:t>Citations</a:t>
            </a:r>
          </a:p>
          <a:p>
            <a:r>
              <a:rPr lang="en-US" sz="1400">
                <a:solidFill>
                  <a:srgbClr val="111111"/>
                </a:solidFill>
              </a:rPr>
              <a:t>[ev-07] Set Up the Datadog MCP Server: https://docs.datadoghq.com/mcp_server/setup/</a:t>
            </a:r>
          </a:p>
          <a:p>
            <a:r>
              <a:rPr lang="en-US" sz="1400">
                <a:solidFill>
                  <a:srgbClr val="111111"/>
                </a:solidFill>
              </a:rPr>
              <a:t>[ev-08] Datadog Claude Code Plugin: https://github.com/datadog-labs/claude-code-plugin</a:t>
            </a:r>
          </a:p>
          <a:p>
            <a:r>
              <a:rPr lang="en-US" sz="1400">
                <a:solidFill>
                  <a:srgbClr val="111111"/>
                </a:solidFill>
              </a:rPr>
              <a:t>[ev-14] Datadog Claude Code Plugin: https://github.com/datadog-labs/claude-code-plugin</a:t>
            </a:r>
          </a:p>
          <a:p>
            <a:r>
              <a:rPr lang="en-US" sz="1400">
                <a:solidFill>
                  <a:srgbClr val="111111"/>
                </a:solidFill>
              </a:rPr>
              <a:t>[ev-15] Set Up the Datadog MCP Server: https://docs.datadoghq.com/mcp_server/setup/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Access. Your permissions still apply.</a:t>
            </a:r>
          </a:p>
          <a:p>
            <a:r>
              <a:rPr lang="en-US" sz="1400">
                <a:solidFill>
                  <a:srgbClr val="111111"/>
                </a:solidFill>
              </a:rPr>
              <a:t>You need Datadog permissions for the resources you query, and no Datadog credentials are sent to the model provider.</a:t>
            </a:r>
          </a:p>
          <a:p>
            <a:r>
              <a:rPr lang="en-US" sz="1400">
                <a:solidFill>
                  <a:srgbClr val="111111"/>
                </a:solidFill>
              </a:rPr>
              <a:t>Stress that the plugin does not widen access.
Evidence: You need Datadog permissions for the resources you query, and the plugin states that no Datadog credentials are sent to the AI model provider. [ev-10] Set Up the Datadog MCP Server</a:t>
            </a:r>
          </a:p>
          <a:p>
            <a:r>
              <a:rPr lang="en-US" sz="1400">
                <a:solidFill>
                  <a:srgbClr val="111111"/>
                </a:solidFill>
              </a:rPr>
              <a:t>Citations</a:t>
            </a:r>
          </a:p>
          <a:p>
            <a:r>
              <a:rPr lang="en-US" sz="1400">
                <a:solidFill>
                  <a:srgbClr val="111111"/>
                </a:solidFill>
              </a:rPr>
              <a:t>[ev-10] Set Up the Datadog MCP Server: https://docs.datadoghq.com/mcp_server/setup/</a:t>
            </a:r>
          </a:p>
          <a:p>
            <a:r>
              <a:rPr lang="en-US" sz="1400">
                <a:solidFill>
                  <a:srgbClr val="111111"/>
                </a:solidFill>
              </a:rPr>
              <a:t>[ev-09] Datadog Claude Code Plugin: https://github.com/datadog-labs/claude-code-plugin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Control. Choose the toolsets.</a:t>
            </a:r>
          </a:p>
          <a:p>
            <a:r>
              <a:rPr lang="en-US" sz="1400">
                <a:solidFill>
                  <a:srgbClr val="111111"/>
                </a:solidFill>
              </a:rPr>
              <a:t>Enable or disable groups of MCP tools so the agent sees only the Datadog products your team needs.</a:t>
            </a:r>
          </a:p>
          <a:p>
            <a:r>
              <a:rPr lang="en-US" sz="1400">
                <a:solidFill>
                  <a:srgbClr val="111111"/>
                </a:solidFill>
              </a:rPr>
              <a:t>Recommend starting with one narrow toolset.
Evidence: Groups of MCP tools can be enabled or disabled with the toolsets command. [ev-11] Datadog Claude Code Plugin</a:t>
            </a:r>
          </a:p>
          <a:p>
            <a:r>
              <a:rPr lang="en-US" sz="1400">
                <a:solidFill>
                  <a:srgbClr val="111111"/>
                </a:solidFill>
              </a:rPr>
              <a:t>Citations</a:t>
            </a:r>
          </a:p>
          <a:p>
            <a:r>
              <a:rPr lang="en-US" sz="1400">
                <a:solidFill>
                  <a:srgbClr val="111111"/>
                </a:solidFill>
              </a:rPr>
              <a:t>[ev-11] Datadog Claude Code Plugin: https://github.com/datadog-labs/claude-code-plugin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Risk. Preview, compliance, site limits.</a:t>
            </a:r>
          </a:p>
          <a:p>
            <a:r>
              <a:rPr lang="en-US" sz="1400">
                <a:solidFill>
                  <a:srgbClr val="111111"/>
                </a:solidFill>
              </a:rPr>
              <a:t>The plugin is in Preview. The server is HIPAA-eligible, but you own compliance for connected tools, and the government sites are unsupported.</a:t>
            </a:r>
          </a:p>
          <a:p>
            <a:r>
              <a:rPr lang="en-US" sz="1400">
                <a:solidFill>
                  <a:srgbClr val="111111"/>
                </a:solidFill>
              </a:rPr>
              <a:t>Close with the pilot recommendation and the preview caveat.
Evidence: The Datadog plugin and its marketplace listing are in Preview. [ev-03] Datadog Claude Code Plugin
Evidence: The Datadog MCP Server is HIPAA-eligible, customers remain responsible for the compliance of the AI tools they connect, and the server is not supported on the Datadog government sites. [ev-12] Datadog MCP Server</a:t>
            </a:r>
          </a:p>
          <a:p>
            <a:r>
              <a:rPr lang="en-US" sz="1400">
                <a:solidFill>
                  <a:srgbClr val="111111"/>
                </a:solidFill>
              </a:rPr>
              <a:t>Citations</a:t>
            </a:r>
          </a:p>
          <a:p>
            <a:r>
              <a:rPr lang="en-US" sz="1400">
                <a:solidFill>
                  <a:srgbClr val="111111"/>
                </a:solidFill>
              </a:rPr>
              <a:t>[ev-03] Datadog Claude Code Plugin: https://github.com/datadog-labs/claude-code-plugin</a:t>
            </a:r>
          </a:p>
          <a:p>
            <a:r>
              <a:rPr lang="en-US" sz="1400">
                <a:solidFill>
                  <a:srgbClr val="111111"/>
                </a:solidFill>
              </a:rPr>
              <a:t>[ev-04] Datadog | Claude by Anthropic: https://claude.com/marketplace/plugins/datadog</a:t>
            </a:r>
          </a:p>
          <a:p>
            <a:r>
              <a:rPr lang="en-US" sz="1400">
                <a:solidFill>
                  <a:srgbClr val="111111"/>
                </a:solidFill>
              </a:rPr>
              <a:t>[ev-12] Datadog MCP Server: https://docs.datadoghq.com/mcp_server/</a:t>
            </a:r>
          </a:p>
          <a:p>
            <a:r>
              <a:rPr lang="en-US" sz="1400">
                <a:solidFill>
                  <a:srgbClr val="111111"/>
                </a:solidFill>
              </a:rPr>
              <a:t>[ev-13] Set Up the Datadog MCP Server: https://docs.datadoghq.com/mcp_server/setup/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Datadog MCP Server: https://docs.datadoghq.com/mcp_server/</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Datadog | Claude by Anthropic: https://claude.com/marketplace/plugins/datadog</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MCP Server: https://docs.datadoghq.com/mcp_server/</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what-it-is-27ce2989c7e2.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mcp-flow-5d5d3acca9a3.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setup-271d37a8f033.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access-4f440affd208.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visual-risk-7cd3c4081143.pn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1 / 8</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00000"/>
                </a:solidFill>
                <a:latin typeface="+mj-lt"/>
              </a:rPr>
              <a:t>Datadog for Claude Cowork.</a:t>
            </a:r>
            <a:r>
              <a:rPr lang="en-US" sz="3600" b="1">
                <a:solidFill>
                  <a:srgbClr val="632CA6"/>
                </a:solidFill>
                <a:latin typeface="+mj-lt"/>
              </a:rPr>
              <a:t> Observability by conversation.</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900">
                <a:solidFill>
                  <a:srgbClr val="666666"/>
                </a:solidFill>
              </a:rPr>
              <a:t>The Datadog plugin and connector let Claude query Datadog logs, metrics, traces, dashboards and monitors through the Datadog MCP Server.</a:t>
            </a:r>
          </a:p>
        </p:txBody>
      </p:sp>
      <p:sp>
        <p:nvSpPr>
          <p:cNvPr id="8" name="Decision"/>
          <p:cNvSpPr/>
          <p:nvPr/>
        </p:nvSpPr>
        <p:spPr>
          <a:xfrm>
            <a:off x="685800" y="4650000"/>
            <a:ext cx="10820400" cy="1000000"/>
          </a:xfrm>
          <a:prstGeom prst="roundRect">
            <a:avLst>
              <a:gd name="adj" fmla="val 6000"/>
            </a:avLst>
          </a:prstGeom>
          <a:solidFill>
            <a:srgbClr val="F5F2FF"/>
          </a:solidFill>
          <a:ln w="12700">
            <a:solidFill>
              <a:srgbClr val="76699E"/>
            </a:solidFill>
          </a:ln>
        </p:spPr>
        <p:txBody>
          <a:bodyPr wrap="square" lIns="182880" tIns="91440" rIns="182880" bIns="91440" anchor="ctr">
            <a:normAutofit/>
          </a:bodyPr>
          <a:lstStyle/>
          <a:p>
            <a:pPr algn="l">
              <a:lnSpc>
                <a:spcPct val="105000"/>
              </a:lnSpc>
              <a:spcAft>
                <a:spcPts val="0"/>
              </a:spcAft>
            </a:pPr>
            <a:r>
              <a:rPr lang="en-US" sz="1400" b="1">
                <a:solidFill>
                  <a:srgbClr val="632CA6"/>
                </a:solidFill>
              </a:rPr>
              <a:t>DECISION  </a:t>
            </a:r>
            <a:r>
              <a:rPr lang="en-US" sz="1600" b="1">
                <a:solidFill>
                  <a:srgbClr val="000000"/>
                </a:solidFill>
              </a:rPr>
              <a:t>Pilot the Datadog connector with one team, keep Datadog permissions scoped, and treat the Preview status as a rollout risk.</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datadog-cowork-plugin-2026-06-am-michael-kokoro-onnx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2 / 8</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00000"/>
                </a:solidFill>
                <a:latin typeface="+mj-lt"/>
              </a:rPr>
              <a:t>A bridge.</a:t>
            </a:r>
            <a:r>
              <a:rPr lang="en-US" sz="2900" b="1">
                <a:solidFill>
                  <a:srgbClr val="632CA6"/>
                </a:solidFill>
                <a:latin typeface="+mj-lt"/>
              </a:rPr>
              <a:t> Not a dashboard.</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00000"/>
                </a:solidFill>
              </a:rPr>
              <a:t>The Datadog MCP Server links your observability data to any agent that speaks the Model Context Protocol, so you ask instead of clicking through screens.</a:t>
            </a:r>
          </a:p>
        </p:txBody>
      </p:sp>
      <p:sp>
        <p:nvSpPr>
          <p:cNvPr id="8" name="Accent rule"/>
          <p:cNvSpPr/>
          <p:nvPr/>
        </p:nvSpPr>
        <p:spPr>
          <a:xfrm>
            <a:off x="548640" y="2000000"/>
            <a:ext cx="45720" cy="3800000"/>
          </a:xfrm>
          <a:prstGeom prst="rect">
            <a:avLst/>
          </a:prstGeom>
          <a:solidFill>
            <a:srgbClr val="632CA6"/>
          </a:solidFill>
          <a:ln>
            <a:noFill/>
          </a:ln>
        </p:spPr>
      </p:sp>
      <p:pic>
        <p:nvPicPr>
          <p:cNvPr id="9" name="Asset visual-what-it-is" descr="Datadog data reaches an MCP-capable agent through the Datadog MCP Server.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Sources: Datadog MCP Server  ·  Datadog Claude Code Plugin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3 / 8</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00000"/>
                </a:solidFill>
                <a:latin typeface="+mj-lt"/>
              </a:rPr>
              <a:t>Where it runs.</a:t>
            </a:r>
            <a:r>
              <a:rPr lang="en-US" sz="2900" b="1">
                <a:solidFill>
                  <a:srgbClr val="632CA6"/>
                </a:solidFill>
                <a:latin typeface="+mj-lt"/>
              </a:rPr>
              <a:t> Cowork and Claude Code.</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000000"/>
                </a:solidFill>
              </a:rPr>
              <a:t>Claude, including Cowork, uses the official connector. Claude Code installs the plugin from the official Anthropic marketplace.</a:t>
            </a:r>
          </a:p>
        </p:txBody>
      </p:sp>
      <p:sp>
        <p:nvSpPr>
          <p:cNvPr id="8" name="Accent rule"/>
          <p:cNvSpPr/>
          <p:nvPr/>
        </p:nvSpPr>
        <p:spPr>
          <a:xfrm>
            <a:off x="548640" y="2000000"/>
            <a:ext cx="45720" cy="3800000"/>
          </a:xfrm>
          <a:prstGeom prst="rect">
            <a:avLst/>
          </a:prstGeom>
          <a:solidFill>
            <a:srgbClr val="632CA6"/>
          </a:solidFill>
          <a:ln>
            <a:noFill/>
          </a:ln>
        </p:spPr>
      </p:sp>
      <p:pic>
        <p:nvPicPr>
          <p:cNvPr id="9" name="Asset mcp-flow" descr="Four-step flow: Datadog data, MCP server, Claude connector or plugin, your team, with existing permissions applying at each step."/>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Sources: Set Up the Datadog MCP Server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4 / 8</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00000"/>
                </a:solidFill>
                <a:latin typeface="+mj-lt"/>
              </a:rPr>
              <a:t>Set up.</a:t>
            </a:r>
            <a:r>
              <a:rPr lang="en-US" sz="2900" b="1">
                <a:solidFill>
                  <a:srgbClr val="632CA6"/>
                </a:solidFill>
                <a:latin typeface="+mj-lt"/>
              </a:rPr>
              <a:t> Pick a site, sign in.</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00000"/>
                </a:solidFill>
              </a:rPr>
              <a:t>Choose your Datadog site and sign in with OAuth. Keys are supported, and older manual servers or custom connectors should be removed first.</a:t>
            </a:r>
          </a:p>
        </p:txBody>
      </p:sp>
      <p:sp>
        <p:nvSpPr>
          <p:cNvPr id="8" name="Accent rule"/>
          <p:cNvSpPr/>
          <p:nvPr/>
        </p:nvSpPr>
        <p:spPr>
          <a:xfrm>
            <a:off x="548640" y="2000000"/>
            <a:ext cx="45720" cy="3800000"/>
          </a:xfrm>
          <a:prstGeom prst="rect">
            <a:avLst/>
          </a:prstGeom>
          <a:solidFill>
            <a:srgbClr val="632CA6"/>
          </a:solidFill>
          <a:ln>
            <a:noFill/>
          </a:ln>
        </p:spPr>
      </p:sp>
      <p:pic>
        <p:nvPicPr>
          <p:cNvPr id="9" name="Asset visual-setup" descr="Setup order: clear conflicts, install, choose a site, sign in.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Sources: Set Up the Datadog MCP Server  ·  Datadog Claude Code Plugin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5 / 8</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00000"/>
                </a:solidFill>
                <a:latin typeface="+mj-lt"/>
              </a:rPr>
              <a:t>Access.</a:t>
            </a:r>
            <a:r>
              <a:rPr lang="en-US" sz="2900" b="1">
                <a:solidFill>
                  <a:srgbClr val="632CA6"/>
                </a:solidFill>
                <a:latin typeface="+mj-lt"/>
              </a:rPr>
              <a:t> Your permissions still apply.</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000000"/>
                </a:solidFill>
              </a:rPr>
              <a:t>You need Datadog permissions for the resources you query, and no Datadog credentials are sent to the model provider.</a:t>
            </a:r>
          </a:p>
        </p:txBody>
      </p:sp>
      <p:sp>
        <p:nvSpPr>
          <p:cNvPr id="8" name="Accent rule"/>
          <p:cNvSpPr/>
          <p:nvPr/>
        </p:nvSpPr>
        <p:spPr>
          <a:xfrm>
            <a:off x="548640" y="2000000"/>
            <a:ext cx="45720" cy="3800000"/>
          </a:xfrm>
          <a:prstGeom prst="rect">
            <a:avLst/>
          </a:prstGeom>
          <a:solidFill>
            <a:srgbClr val="632CA6"/>
          </a:solidFill>
          <a:ln>
            <a:noFill/>
          </a:ln>
        </p:spPr>
      </p:sp>
      <p:pic>
        <p:nvPicPr>
          <p:cNvPr id="9" name="Asset visual-access" descr="Your Datadog permissions apply; no Datadog credentials go to the model provider.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Sources: Set Up the Datadog MCP Server  ·  Datadog Claude Code Plugin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6 / 8</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00000"/>
                </a:solidFill>
                <a:latin typeface="+mj-lt"/>
              </a:rPr>
              <a:t>Control.</a:t>
            </a:r>
            <a:r>
              <a:rPr lang="en-US" sz="2900" b="1">
                <a:solidFill>
                  <a:srgbClr val="632CA6"/>
                </a:solidFill>
                <a:latin typeface="+mj-lt"/>
              </a:rPr>
              <a:t> Choose the toolsets.</a:t>
            </a:r>
          </a:p>
        </p:txBody>
      </p:sp>
      <p:sp>
        <p:nvSpPr>
          <p:cNvPr id="7" name="Body"/>
          <p:cNvSpPr txBox="1"/>
          <p:nvPr/>
        </p:nvSpPr>
        <p:spPr>
          <a:xfrm>
            <a:off x="685800" y="1950000"/>
            <a:ext cx="53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000000"/>
                </a:solidFill>
              </a:rPr>
              <a:t>Enable or disable groups of MCP tools so the agent sees only the Datadog products your team needs.</a:t>
            </a:r>
          </a:p>
        </p:txBody>
      </p:sp>
      <p:sp>
        <p:nvSpPr>
          <p:cNvPr id="8" name="Accent rule"/>
          <p:cNvSpPr/>
          <p:nvPr/>
        </p:nvSpPr>
        <p:spPr>
          <a:xfrm>
            <a:off x="548640" y="2000000"/>
            <a:ext cx="45720" cy="3800000"/>
          </a:xfrm>
          <a:prstGeom prst="rect">
            <a:avLst/>
          </a:prstGeom>
          <a:solidFill>
            <a:srgbClr val="632CA6"/>
          </a:solidFill>
          <a:ln>
            <a:noFill/>
          </a:ln>
        </p:spPr>
      </p:sp>
      <p:sp>
        <p:nvSpPr>
          <p:cNvPr id="9" name="Claim 1"/>
          <p:cNvSpPr/>
          <p:nvPr/>
        </p:nvSpPr>
        <p:spPr>
          <a:xfrm>
            <a:off x="6400000" y="1950000"/>
            <a:ext cx="5105000" cy="1500000"/>
          </a:xfrm>
          <a:prstGeom prst="roundRect">
            <a:avLst>
              <a:gd name="adj" fmla="val 6000"/>
            </a:avLst>
          </a:prstGeom>
          <a:solidFill>
            <a:srgbClr val="FFFFFF"/>
          </a:solidFill>
          <a:ln w="12700">
            <a:solidFill>
              <a:srgbClr val="D4CBDF"/>
            </a:solidFill>
          </a:ln>
        </p:spPr>
        <p:txBody>
          <a:bodyPr wrap="square" lIns="182880" tIns="91440" rIns="182880" bIns="91440" anchor="ctr">
            <a:normAutofit/>
          </a:bodyPr>
          <a:lstStyle/>
          <a:p>
            <a:pPr algn="l">
              <a:lnSpc>
                <a:spcPct val="105000"/>
              </a:lnSpc>
              <a:spcAft>
                <a:spcPts val="400"/>
              </a:spcAft>
            </a:pPr>
            <a:r>
              <a:rPr lang="en-US" sz="1800">
                <a:solidFill>
                  <a:srgbClr val="000000"/>
                </a:solidFill>
              </a:rPr>
              <a:t>Groups of MCP tools can be enabled or disabled with the toolsets command.</a:t>
            </a:r>
          </a:p>
          <a:p>
            <a:pPr algn="l">
              <a:lnSpc>
                <a:spcPct val="105000"/>
              </a:lnSpc>
              <a:spcAft>
                <a:spcPts val="0"/>
              </a:spcAft>
            </a:pPr>
            <a:r>
              <a:rPr lang="en-US" sz="1100">
                <a:solidFill>
                  <a:srgbClr val="666666"/>
                </a:solidFill>
              </a:rPr>
              <a:t>Datadog Claude Code Plugin</a:t>
            </a:r>
          </a:p>
        </p:txBody>
      </p:sp>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Sources: Datadog Claude Code Plugin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7 / 8</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00000"/>
                </a:solidFill>
                <a:latin typeface="+mj-lt"/>
              </a:rPr>
              <a:t>Risk.</a:t>
            </a:r>
            <a:r>
              <a:rPr lang="en-US" sz="2900" b="1">
                <a:solidFill>
                  <a:srgbClr val="632CA6"/>
                </a:solidFill>
                <a:latin typeface="+mj-lt"/>
              </a:rPr>
              <a:t> Preview, compliance, site limits.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00000"/>
                </a:solidFill>
              </a:rPr>
              <a:t>The plugin is in Preview. The server is HIPAA-eligible, but you own compliance for connected tools, and the government sites are unsupported.</a:t>
            </a:r>
          </a:p>
        </p:txBody>
      </p:sp>
      <p:sp>
        <p:nvSpPr>
          <p:cNvPr id="8" name="Accent rule"/>
          <p:cNvSpPr/>
          <p:nvPr/>
        </p:nvSpPr>
        <p:spPr>
          <a:xfrm>
            <a:off x="548640" y="2000000"/>
            <a:ext cx="45720" cy="3800000"/>
          </a:xfrm>
          <a:prstGeom prst="rect">
            <a:avLst/>
          </a:prstGeom>
          <a:solidFill>
            <a:srgbClr val="632CA6"/>
          </a:solidFill>
          <a:ln>
            <a:noFill/>
          </a:ln>
        </p:spPr>
      </p:sp>
      <p:pic>
        <p:nvPicPr>
          <p:cNvPr id="9" name="Asset visual-risk" descr="Rollout checklist: Preview status, compliance ownership and supported sites.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Sources: Datadog Claude Code Plugin  ·  Datadog | Claude by Anthropic  ·  Datadog MCP Server  ·  +1 more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B"/>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00000"/>
          </a:solidFill>
          <a:ln>
            <a:noFill/>
          </a:ln>
        </p:spPr>
      </p:sp>
      <p:sp>
        <p:nvSpPr>
          <p:cNvPr id="3" name="Highlight rule"/>
          <p:cNvSpPr/>
          <p:nvPr/>
        </p:nvSpPr>
        <p:spPr>
          <a:xfrm>
            <a:off x="0" y="502920"/>
            <a:ext cx="12192000" cy="45720"/>
          </a:xfrm>
          <a:prstGeom prst="rect">
            <a:avLst/>
          </a:prstGeom>
          <a:solidFill>
            <a:srgbClr val="BEAA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Datadog for Claude Cowork</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8B8B8"/>
                </a:solidFill>
              </a:rPr>
              <a:t>8 / 8</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00000"/>
                </a:solidFill>
                <a:latin typeface="+mj-lt"/>
              </a:rPr>
              <a:t>Sources.</a:t>
            </a:r>
            <a:r>
              <a:rPr lang="en-US" sz="2400" b="1">
                <a:solidFill>
                  <a:srgbClr val="632CA6"/>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00000"/>
                </a:solidFill>
              </a:rPr>
              <a:t>Datadog MCP Server</a:t>
            </a:r>
            <a:r>
              <a:rPr lang="en-US" sz="1100">
                <a:solidFill>
                  <a:srgbClr val="666666"/>
                </a:solidFill>
              </a:rPr>
              <a:t>  retrieved 2026-09-29</a:t>
            </a:r>
          </a:p>
          <a:p>
            <a:pPr algn="l">
              <a:lnSpc>
                <a:spcPct val="105000"/>
              </a:lnSpc>
              <a:spcAft>
                <a:spcPts val="900"/>
              </a:spcAft>
            </a:pPr>
            <a:r>
              <a:rPr lang="en-US" sz="1100">
                <a:solidFill>
                  <a:srgbClr val="632CA6"/>
                </a:solidFill>
              </a:rPr>
              <a:t>https://docs.datadoghq.com/mcp_server/</a:t>
            </a:r>
          </a:p>
          <a:p>
            <a:pPr algn="l">
              <a:lnSpc>
                <a:spcPct val="105000"/>
              </a:lnSpc>
              <a:spcAft>
                <a:spcPts val="0"/>
              </a:spcAft>
            </a:pPr>
            <a:r>
              <a:rPr lang="en-US" sz="1400" b="1">
                <a:solidFill>
                  <a:srgbClr val="000000"/>
                </a:solidFill>
              </a:rPr>
              <a:t>Datadog Claude Code Plugin</a:t>
            </a:r>
            <a:r>
              <a:rPr lang="en-US" sz="1100">
                <a:solidFill>
                  <a:srgbClr val="666666"/>
                </a:solidFill>
              </a:rPr>
              <a:t>  retrieved 2026-09-29</a:t>
            </a:r>
          </a:p>
          <a:p>
            <a:pPr algn="l">
              <a:lnSpc>
                <a:spcPct val="105000"/>
              </a:lnSpc>
              <a:spcAft>
                <a:spcPts val="900"/>
              </a:spcAft>
            </a:pPr>
            <a:r>
              <a:rPr lang="en-US" sz="1100">
                <a:solidFill>
                  <a:srgbClr val="632CA6"/>
                </a:solidFill>
              </a:rPr>
              <a:t>https://github.com/datadog-labs/claude-code-plugin</a:t>
            </a:r>
          </a:p>
          <a:p>
            <a:pPr algn="l">
              <a:lnSpc>
                <a:spcPct val="105000"/>
              </a:lnSpc>
              <a:spcAft>
                <a:spcPts val="0"/>
              </a:spcAft>
            </a:pPr>
            <a:r>
              <a:rPr lang="en-US" sz="1400" b="1">
                <a:solidFill>
                  <a:srgbClr val="000000"/>
                </a:solidFill>
              </a:rPr>
              <a:t>Datadog | Claude by Anthropic</a:t>
            </a:r>
            <a:r>
              <a:rPr lang="en-US" sz="1100">
                <a:solidFill>
                  <a:srgbClr val="666666"/>
                </a:solidFill>
              </a:rPr>
              <a:t>  retrieved 2026-09-29</a:t>
            </a:r>
          </a:p>
          <a:p>
            <a:pPr algn="l">
              <a:lnSpc>
                <a:spcPct val="105000"/>
              </a:lnSpc>
              <a:spcAft>
                <a:spcPts val="900"/>
              </a:spcAft>
            </a:pPr>
            <a:r>
              <a:rPr lang="en-US" sz="1100">
                <a:solidFill>
                  <a:srgbClr val="632CA6"/>
                </a:solidFill>
              </a:rPr>
              <a:t>https://claude.com/marketplace/plugins/datadog</a:t>
            </a:r>
          </a:p>
          <a:p>
            <a:pPr algn="l">
              <a:lnSpc>
                <a:spcPct val="105000"/>
              </a:lnSpc>
              <a:spcAft>
                <a:spcPts val="0"/>
              </a:spcAft>
            </a:pPr>
            <a:r>
              <a:rPr lang="en-US" sz="1400" b="1">
                <a:solidFill>
                  <a:srgbClr val="000000"/>
                </a:solidFill>
              </a:rPr>
              <a:t>Set Up the Datadog MCP Server</a:t>
            </a:r>
            <a:r>
              <a:rPr lang="en-US" sz="1100">
                <a:solidFill>
                  <a:srgbClr val="666666"/>
                </a:solidFill>
              </a:rPr>
              <a:t>  retrieved 2026-09-29</a:t>
            </a:r>
          </a:p>
          <a:p>
            <a:pPr algn="l">
              <a:lnSpc>
                <a:spcPct val="105000"/>
              </a:lnSpc>
              <a:spcAft>
                <a:spcPts val="900"/>
              </a:spcAft>
            </a:pPr>
            <a:r>
              <a:rPr lang="en-US" sz="1100">
                <a:solidFill>
                  <a:srgbClr val="632CA6"/>
                </a:solidFill>
              </a:rPr>
              <a:t>https://docs.datadoghq.com/mcp_server/setup/</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66666"/>
                </a:solidFill>
              </a:rPr>
              <a:t>datadog-cowork-plugin-2026-06-am-michael-kokoro-onnx</a:t>
            </a:r>
          </a:p>
        </p:txBody>
      </p:sp>
    </p:spTree>
  </p:cSld>
  <p:clrMapOvr>
    <a:masterClrMapping/>
  </p:clrMapOvr>
</p:sld>
</file>

<file path=ppt/theme/theme1.xml><?xml version="1.0" encoding="utf-8"?>
<a:theme xmlns:a="http://schemas.openxmlformats.org/drawingml/2006/main" name="datadog-cowork-plugin-brand">
  <a:themeElements>
    <a:clrScheme name="datadog-cowork-plugin-brand">
      <a:dk1>
        <a:srgbClr val="000000"/>
      </a:dk1>
      <a:lt1>
        <a:srgbClr val="F8F6FB"/>
      </a:lt1>
      <a:dk2>
        <a:srgbClr val="000000"/>
      </a:dk2>
      <a:lt2>
        <a:srgbClr val="EFEAF6"/>
      </a:lt2>
      <a:accent1>
        <a:srgbClr val="632CA6"/>
      </a:accent1>
      <a:accent2>
        <a:srgbClr val="BEAAFF"/>
      </a:accent2>
      <a:accent3>
        <a:srgbClr val="632CA6"/>
      </a:accent3>
      <a:accent4>
        <a:srgbClr val="000000"/>
      </a:accent4>
      <a:accent5>
        <a:srgbClr val="666666"/>
      </a:accent5>
      <a:accent6>
        <a:srgbClr val="B42318"/>
      </a:accent6>
      <a:hlink>
        <a:srgbClr val="632CA6"/>
      </a:hlink>
      <a:folHlink>
        <a:srgbClr val="666666"/>
      </a:folHlink>
    </a:clrScheme>
    <a:fontScheme name="datadog-cowork-plugin-brand">
      <a:majorFont>
        <a:latin typeface="Noto Sans JP"/>
        <a:ea typeface=""/>
        <a:cs typeface=""/>
      </a:majorFont>
      <a:minorFont>
        <a:latin typeface="nationalweb"/>
        <a:ea typeface=""/>
        <a:cs typeface=""/>
      </a:minorFont>
    </a:fontScheme>
    <a:fmtScheme name="datadog-cowork-plugin-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8</Slides>
  <Notes>8</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Datadog for Claude Cowork. Observability by conversation.</dc:title>
  <dc:creator>a2swe</dc:creator>
  <cp:lastModifiedBy>a2swe</cp:lastModifiedBy>
  <dcterms:created xsi:type="dcterms:W3CDTF">2020-01-01T00:00:00Z</dcterms:created>
  <dcterms:modified xsi:type="dcterms:W3CDTF">2020-01-01T00:00:00Z</dcterms:modified>
</cp:coreProperties>
</file>