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Copilot Studio 2026: govern intent-to-action agents</a:t>
            </a:r>
          </a:p>
          <a:p>
            <a:r>
              <a:rPr lang="en-US" sz="1400">
                <a:solidFill>
                  <a:srgbClr val="111111"/>
                </a:solidFill>
              </a:rPr>
              <a:t>Bottom line: use Copilot Studio as a governed agent platform, moving from business intent to useful action while funding workflows that merit scale, with rigor.</a:t>
            </a:r>
          </a:p>
          <a:p>
            <a:r>
              <a:rPr lang="en-US" sz="1400">
                <a:solidFill>
                  <a:srgbClr val="111111"/>
                </a:solidFill>
              </a:rPr>
              <a:t>Bottom line: use Copilot Studio as a governed agent platform, moving from business intent to useful action while funding workflows that merit scale, with rigor.
Copilot Studio is a low-code studio for building and managing agents. Teams create agents, workflows and agent flows tied to business data, systems and work channels.
Generative orchestration is the decision layer. It lets an agent choose topics, tools, knowledge or other agents, ask for missing input, and then compose the response.
Tools are where intent turns into action. Govern connectors, agent flows, prompts, REST APIs, MCP and computer use for both modern apps and legacy screens under policy.
Scale only with enterprise controls attached. Data policies, audit logs, Agent 365, Entra identities, spend controls and evaluations keep the platform managed at scale.
Evidence: Copilot Studio is a low-code studio for agents, workflows and agent flows that connect to business data and publish to work channels. [ev-01] Overview - Microsoft Copilot Studio
Evidence: Generative orchestration lets agents choose tools, knowledge, topics or other agents, ask for missing inputs and compose responses. [ev-04] Orchestrate agent behavior with generative AI
Evidence: Tools move intent to action through connectors, agent flows, prompts, REST APIs, MCP and computer use, with policy restrictions available. [ev-07] Add tools to custom agents
Evidence: Enterprise control includes data policies, audit visibility, Agent 365 governance, Entra agent identities and security controls. [ev-10] Security and governance
Evidence: Executives should treat Copilot Studio as a managed agent platform with monitoring, governance, evaluations, administration and policy gates. [ev-09] Add tools to custom agents</a:t>
            </a:r>
          </a:p>
          <a:p>
            <a:r>
              <a:rPr lang="en-US" sz="1400">
                <a:solidFill>
                  <a:srgbClr val="111111"/>
                </a:solidFill>
              </a:rPr>
              <a:t>Citations</a:t>
            </a:r>
          </a:p>
          <a:p>
            <a:r>
              <a:rPr lang="en-US" sz="1400">
                <a:solidFill>
                  <a:srgbClr val="111111"/>
                </a:solidFill>
              </a:rPr>
              <a:t>[ev-01] Overview - Microsoft Copilot Studio</a:t>
            </a:r>
          </a:p>
          <a:p>
            <a:r>
              <a:rPr lang="en-US" sz="1400">
                <a:solidFill>
                  <a:srgbClr val="111111"/>
                </a:solidFill>
              </a:rPr>
              <a:t>[ev-02] Overview - Microsoft Copilot Studio</a:t>
            </a:r>
          </a:p>
          <a:p>
            <a:r>
              <a:rPr lang="en-US" sz="1400">
                <a:solidFill>
                  <a:srgbClr val="111111"/>
                </a:solidFill>
              </a:rPr>
              <a:t>[ev-03] Overview - Microsoft Copilot Studio</a:t>
            </a:r>
          </a:p>
          <a:p>
            <a:r>
              <a:rPr lang="en-US" sz="1400">
                <a:solidFill>
                  <a:srgbClr val="111111"/>
                </a:solidFill>
              </a:rPr>
              <a:t>[ev-04] Orchestrate agent behavior with generative AI</a:t>
            </a:r>
          </a:p>
          <a:p>
            <a:r>
              <a:rPr lang="en-US" sz="1400">
                <a:solidFill>
                  <a:srgbClr val="111111"/>
                </a:solidFill>
              </a:rPr>
              <a:t>[ev-05] Orchestrate agent behavior with generative AI</a:t>
            </a:r>
          </a:p>
          <a:p>
            <a:r>
              <a:rPr lang="en-US" sz="1400">
                <a:solidFill>
                  <a:srgbClr val="111111"/>
                </a:solidFill>
              </a:rPr>
              <a:t>[ev-06] Orchestrate agent behavior with generative AI</a:t>
            </a:r>
          </a:p>
          <a:p>
            <a:r>
              <a:rPr lang="en-US" sz="1400">
                <a:solidFill>
                  <a:srgbClr val="111111"/>
                </a:solidFill>
              </a:rPr>
              <a:t>[ev-07] Add tools to custom agents</a:t>
            </a:r>
          </a:p>
          <a:p>
            <a:r>
              <a:rPr lang="en-US" sz="1400">
                <a:solidFill>
                  <a:srgbClr val="111111"/>
                </a:solidFill>
              </a:rPr>
              <a:t>[ev-08] Add tools to custom agents</a:t>
            </a:r>
          </a:p>
          <a:p>
            <a:r>
              <a:rPr lang="en-US" sz="1400">
                <a:solidFill>
                  <a:srgbClr val="111111"/>
                </a:solidFill>
              </a:rPr>
              <a:t>[ev-09] Add tools to custom agents</a:t>
            </a:r>
          </a:p>
          <a:p>
            <a:r>
              <a:rPr lang="en-US" sz="1400">
                <a:solidFill>
                  <a:srgbClr val="111111"/>
                </a:solidFill>
              </a:rPr>
              <a:t>[ev-10] Security and governance</a:t>
            </a:r>
          </a:p>
          <a:p>
            <a:r>
              <a:rPr lang="en-US" sz="1400">
                <a:solidFill>
                  <a:srgbClr val="111111"/>
                </a:solidFill>
              </a:rPr>
              <a:t>[ev-11] Security and governance</a:t>
            </a:r>
          </a:p>
          <a:p>
            <a:r>
              <a:rPr lang="en-US" sz="1400">
                <a:solidFill>
                  <a:srgbClr val="111111"/>
                </a:solidFill>
              </a:rPr>
              <a:t>[ev-12] Security and governance</a:t>
            </a:r>
          </a:p>
          <a:p>
            <a:r>
              <a:rPr lang="en-US" sz="1400">
                <a:solidFill>
                  <a:srgbClr val="111111"/>
                </a:solidFill>
              </a:rPr>
              <a:t>[ev-13] Security and governance</a:t>
            </a:r>
          </a:p>
          <a:p>
            <a:r>
              <a:rPr lang="en-US" sz="1400">
                <a:solidFill>
                  <a:srgbClr val="111111"/>
                </a:solidFill>
              </a:rPr>
              <a:t>[ev-14] Overview - Microsoft Copilot Studio</a:t>
            </a:r>
          </a:p>
          <a:p>
            <a:r>
              <a:rPr lang="en-US" sz="1400">
                <a:solidFill>
                  <a:srgbClr val="111111"/>
                </a:solidFill>
              </a:rPr>
              <a:t>[ev-15] Overview - Microsoft Copilot Studio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Managed build surface</a:t>
            </a:r>
          </a:p>
          <a:p>
            <a:r>
              <a:rPr lang="en-US" sz="1400">
                <a:solidFill>
                  <a:srgbClr val="111111"/>
                </a:solidFill>
              </a:rPr>
              <a:t>Copilot Studio is a low-code studio for building and managing agents. Teams create agents, workflows and agent flows tied to business data, systems and work channels.</a:t>
            </a:r>
          </a:p>
          <a:p>
            <a:r>
              <a:rPr lang="en-US" sz="1400">
                <a:solidFill>
                  <a:srgbClr val="111111"/>
                </a:solidFill>
              </a:rPr>
              <a:t>Evidence: Microsoft Learn overview retrieved through project intake. Interpretation: frame the executive decision as governed platform adoption, not isolated bot creation.
Evidence: Copilot Studio is a low-code studio for agents, workflows and agent flows that connect to business data and publish to work channels. [ev-01] Overview - Microsoft Copilot Studio
Evidence: Executives should treat Copilot Studio as a managed agent platform with monitoring, governance, evaluations, administration and policy gates. [ev-09] Add tools to custom agents</a:t>
            </a:r>
          </a:p>
          <a:p>
            <a:r>
              <a:rPr lang="en-US" sz="1400">
                <a:solidFill>
                  <a:srgbClr val="111111"/>
                </a:solidFill>
              </a:rPr>
              <a:t>Citations</a:t>
            </a:r>
          </a:p>
          <a:p>
            <a:r>
              <a:rPr lang="en-US" sz="1400">
                <a:solidFill>
                  <a:srgbClr val="111111"/>
                </a:solidFill>
              </a:rPr>
              <a:t>[ev-01] Overview - Microsoft Copilot Studio: https://learn.microsoft.com/en-us/microsoft-copilot-studio/fundamentals-what-is-copilot-studio</a:t>
            </a:r>
          </a:p>
          <a:p>
            <a:r>
              <a:rPr lang="en-US" sz="1400">
                <a:solidFill>
                  <a:srgbClr val="111111"/>
                </a:solidFill>
              </a:rPr>
              <a:t>[ev-02] Overview - Microsoft Copilot Studio: https://learn.microsoft.com/en-us/microsoft-copilot-studio/fundamentals-what-is-copilot-studio</a:t>
            </a:r>
          </a:p>
          <a:p>
            <a:r>
              <a:rPr lang="en-US" sz="1400">
                <a:solidFill>
                  <a:srgbClr val="111111"/>
                </a:solidFill>
              </a:rPr>
              <a:t>[ev-03] Overview - Microsoft Copilot Studio: https://learn.microsoft.com/en-us/microsoft-copilot-studio/fundamentals-what-is-copilot-studio</a:t>
            </a:r>
          </a:p>
          <a:p>
            <a:r>
              <a:rPr lang="en-US" sz="1400">
                <a:solidFill>
                  <a:srgbClr val="111111"/>
                </a:solidFill>
              </a:rPr>
              <a:t>[ev-09] Add tools to custom agents: https://learn.microsoft.com/en-us/microsoft-copilot-studio/add-tools-custom-agent</a:t>
            </a:r>
          </a:p>
          <a:p>
            <a:r>
              <a:rPr lang="en-US" sz="1400">
                <a:solidFill>
                  <a:srgbClr val="111111"/>
                </a:solidFill>
              </a:rPr>
              <a:t>[ev-10] Security and governance: https://learn.microsoft.com/en-us/microsoft-copilot-studio/security-and-governance</a:t>
            </a:r>
          </a:p>
          <a:p>
            <a:r>
              <a:rPr lang="en-US" sz="1400">
                <a:solidFill>
                  <a:srgbClr val="111111"/>
                </a:solidFill>
              </a:rPr>
              <a:t>[ev-14] Overview - Microsoft Copilot Studio: https://learn.microsoft.com/en-us/microsoft-copilot-studio/fundamentals-what-is-copilot-studio</a:t>
            </a:r>
          </a:p>
          <a:p>
            <a:r>
              <a:rPr lang="en-US" sz="1400">
                <a:solidFill>
                  <a:srgbClr val="111111"/>
                </a:solidFill>
              </a:rPr>
              <a:t>[ev-15] Overview - Microsoft Copilot Studio: https://learn.microsoft.com/en-us/microsoft-copilot-studio/fundamentals-what-is-copilot-studio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Orchestrate choices</a:t>
            </a:r>
          </a:p>
          <a:p>
            <a:r>
              <a:rPr lang="en-US" sz="1400">
                <a:solidFill>
                  <a:srgbClr val="111111"/>
                </a:solidFill>
              </a:rPr>
              <a:t>Generative orchestration is the decision layer. It lets an agent choose topics, tools, knowledge or other agents, ask for missing input, and then compose the response.</a:t>
            </a:r>
          </a:p>
          <a:p>
            <a:r>
              <a:rPr lang="en-US" sz="1400">
                <a:solidFill>
                  <a:srgbClr val="111111"/>
                </a:solidFill>
              </a:rPr>
              <a:t>Evidence: orchestration documentation states the default for new standard-harness agents and the selection behavior. Interpretation: descriptions become operating metadata.
Evidence: Generative orchestration lets agents choose tools, knowledge, topics or other agents, ask for missing inputs and compose responses. [ev-04] Orchestrate agent behavior with generative AI</a:t>
            </a:r>
          </a:p>
          <a:p>
            <a:r>
              <a:rPr lang="en-US" sz="1400">
                <a:solidFill>
                  <a:srgbClr val="111111"/>
                </a:solidFill>
              </a:rPr>
              <a:t>Citations</a:t>
            </a:r>
          </a:p>
          <a:p>
            <a:r>
              <a:rPr lang="en-US" sz="1400">
                <a:solidFill>
                  <a:srgbClr val="111111"/>
                </a:solidFill>
              </a:rPr>
              <a:t>[ev-04] Orchestrate agent behavior with generative AI: https://learn.microsoft.com/en-us/microsoft-copilot-studio/advanced-generative-actions</a:t>
            </a:r>
          </a:p>
          <a:p>
            <a:r>
              <a:rPr lang="en-US" sz="1400">
                <a:solidFill>
                  <a:srgbClr val="111111"/>
                </a:solidFill>
              </a:rPr>
              <a:t>[ev-05] Orchestrate agent behavior with generative AI: https://learn.microsoft.com/en-us/microsoft-copilot-studio/advanced-generative-actions</a:t>
            </a:r>
          </a:p>
          <a:p>
            <a:r>
              <a:rPr lang="en-US" sz="1400">
                <a:solidFill>
                  <a:srgbClr val="111111"/>
                </a:solidFill>
              </a:rPr>
              <a:t>[ev-06] Orchestrate agent behavior with generative AI: https://learn.microsoft.com/en-us/microsoft-copilot-studio/advanced-generative-actions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Tools execute work</a:t>
            </a:r>
          </a:p>
          <a:p>
            <a:r>
              <a:rPr lang="en-US" sz="1400">
                <a:solidFill>
                  <a:srgbClr val="111111"/>
                </a:solidFill>
              </a:rPr>
              <a:t>Tools are where intent turns into action. Govern connectors, agent flows, prompts, REST APIs, MCP and computer use for both modern apps and legacy screens under policy.</a:t>
            </a:r>
          </a:p>
          <a:p>
            <a:r>
              <a:rPr lang="en-US" sz="1400">
                <a:solidFill>
                  <a:srgbClr val="111111"/>
                </a:solidFill>
              </a:rPr>
              <a:t>Evidence: the tools article lists the supported tool mechanisms and notes governance policies can restrict tools and connectors. Interpretation: action reach needs portfolio policy.
Evidence: Tools move intent to action through connectors, agent flows, prompts, REST APIs, MCP and computer use, with policy restrictions available. [ev-07] Add tools to custom agents</a:t>
            </a:r>
          </a:p>
          <a:p>
            <a:r>
              <a:rPr lang="en-US" sz="1400">
                <a:solidFill>
                  <a:srgbClr val="111111"/>
                </a:solidFill>
              </a:rPr>
              <a:t>Citations</a:t>
            </a:r>
          </a:p>
          <a:p>
            <a:r>
              <a:rPr lang="en-US" sz="1400">
                <a:solidFill>
                  <a:srgbClr val="111111"/>
                </a:solidFill>
              </a:rPr>
              <a:t>[ev-07] Add tools to custom agents: https://learn.microsoft.com/en-us/microsoft-copilot-studio/add-tools-custom-agent</a:t>
            </a:r>
          </a:p>
          <a:p>
            <a:r>
              <a:rPr lang="en-US" sz="1400">
                <a:solidFill>
                  <a:srgbClr val="111111"/>
                </a:solidFill>
              </a:rPr>
              <a:t>[ev-08] Add tools to custom agents: https://learn.microsoft.com/en-us/microsoft-copilot-studio/add-tools-custom-agent</a:t>
            </a:r>
          </a:p>
          <a:p>
            <a:r>
              <a:rPr lang="en-US" sz="1400">
                <a:solidFill>
                  <a:srgbClr val="111111"/>
                </a:solidFill>
              </a:rPr>
              <a:t>[ev-09] Add tools to custom agents: https://learn.microsoft.com/en-us/microsoft-copilot-studio/add-tools-custom-agent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4. Govern the platform</a:t>
            </a:r>
          </a:p>
          <a:p>
            <a:r>
              <a:rPr lang="en-US" sz="1400">
                <a:solidFill>
                  <a:srgbClr val="111111"/>
                </a:solidFill>
              </a:rPr>
              <a:t>Scale only with enterprise controls attached. Data policies, audit logs, Agent 365, Entra identities, spend controls and evaluations keep the platform managed at scale.</a:t>
            </a:r>
          </a:p>
          <a:p>
            <a:r>
              <a:rPr lang="en-US" sz="1400">
                <a:solidFill>
                  <a:srgbClr val="111111"/>
                </a:solidFill>
              </a:rPr>
              <a:t>Evidence: governance documentation covers data policies, audit visibility, Agent 365 and Entra identities; overview covers evaluations and administration. Interpretation: fund platform operating controls with use-case rollout.
Evidence: Enterprise control includes data policies, audit visibility, Agent 365 governance, Entra agent identities and security controls. [ev-10] Security and governance
Evidence: Executives should treat Copilot Studio as a managed agent platform with monitoring, governance, evaluations, administration and policy gates. [ev-09] Add tools to custom agents</a:t>
            </a:r>
          </a:p>
          <a:p>
            <a:r>
              <a:rPr lang="en-US" sz="1400">
                <a:solidFill>
                  <a:srgbClr val="111111"/>
                </a:solidFill>
              </a:rPr>
              <a:t>Citations</a:t>
            </a:r>
          </a:p>
          <a:p>
            <a:r>
              <a:rPr lang="en-US" sz="1400">
                <a:solidFill>
                  <a:srgbClr val="111111"/>
                </a:solidFill>
              </a:rPr>
              <a:t>[ev-10] Security and governance: https://learn.microsoft.com/en-us/microsoft-copilot-studio/security-and-governance</a:t>
            </a:r>
          </a:p>
          <a:p>
            <a:r>
              <a:rPr lang="en-US" sz="1400">
                <a:solidFill>
                  <a:srgbClr val="111111"/>
                </a:solidFill>
              </a:rPr>
              <a:t>[ev-11] Security and governance: https://learn.microsoft.com/en-us/microsoft-copilot-studio/security-and-governance</a:t>
            </a:r>
          </a:p>
          <a:p>
            <a:r>
              <a:rPr lang="en-US" sz="1400">
                <a:solidFill>
                  <a:srgbClr val="111111"/>
                </a:solidFill>
              </a:rPr>
              <a:t>[ev-12] Security and governance: https://learn.microsoft.com/en-us/microsoft-copilot-studio/security-and-governance</a:t>
            </a:r>
          </a:p>
          <a:p>
            <a:r>
              <a:rPr lang="en-US" sz="1400">
                <a:solidFill>
                  <a:srgbClr val="111111"/>
                </a:solidFill>
              </a:rPr>
              <a:t>[ev-13] Security and governance: https://learn.microsoft.com/en-us/microsoft-copilot-studio/security-and-governance</a:t>
            </a:r>
          </a:p>
          <a:p>
            <a:r>
              <a:rPr lang="en-US" sz="1400">
                <a:solidFill>
                  <a:srgbClr val="111111"/>
                </a:solidFill>
              </a:rPr>
              <a:t>[ev-09] Add tools to custom agents: https://learn.microsoft.com/en-us/microsoft-copilot-studio/add-tools-custom-agent</a:t>
            </a:r>
          </a:p>
          <a:p>
            <a:r>
              <a:rPr lang="en-US" sz="1400">
                <a:solidFill>
                  <a:srgbClr val="111111"/>
                </a:solidFill>
              </a:rPr>
              <a:t>[ev-10] Security and governance: https://learn.microsoft.com/en-us/microsoft-copilot-studio/security-and-governance</a:t>
            </a:r>
          </a:p>
          <a:p>
            <a:r>
              <a:rPr lang="en-US" sz="1400">
                <a:solidFill>
                  <a:srgbClr val="111111"/>
                </a:solidFill>
              </a:rPr>
              <a:t>[ev-14] Overview - Microsoft Copilot Studio: https://learn.microsoft.com/en-us/microsoft-copilot-studio/fundamentals-what-is-copilot-studio</a:t>
            </a:r>
          </a:p>
          <a:p>
            <a:r>
              <a:rPr lang="en-US" sz="1400">
                <a:solidFill>
                  <a:srgbClr val="111111"/>
                </a:solidFill>
              </a:rPr>
              <a:t>[ev-15] Overview - Microsoft Copilot Studio: https://learn.microsoft.com/en-us/microsoft-copilot-studio/fundamentals-what-is-copilot-studio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use Copilot Studio as a governed agent platform, moving from business intent to useful action while funding workflows that merit scale, with rigor.</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Overview - Microsoft Copilot Studio: https://learn.microsoft.com/en-us/microsoft-copilot-studio/fundamentals-what-is-copilot-studio</a:t>
            </a:r>
          </a:p>
          <a:p>
            <a:r>
              <a:rPr lang="en-US" sz="1400">
                <a:solidFill>
                  <a:srgbClr val="111111"/>
                </a:solidFill>
              </a:rPr>
              <a:t>Overview - Microsoft Copilot Studio: https://learn.microsoft.com/en-us/microsoft-copilot-studio/fundamentals-what-is-copilot-studio</a:t>
            </a:r>
          </a:p>
          <a:p>
            <a:r>
              <a:rPr lang="en-US" sz="1400">
                <a:solidFill>
                  <a:srgbClr val="111111"/>
                </a:solidFill>
              </a:rPr>
              <a:t>Overview - Microsoft Copilot Studio: https://learn.microsoft.com/en-us/microsoft-copilot-studio/fundamentals-what-is-copilot-studio</a:t>
            </a:r>
          </a:p>
          <a:p>
            <a:r>
              <a:rPr lang="en-US" sz="1400">
                <a:solidFill>
                  <a:srgbClr val="111111"/>
                </a:solidFill>
              </a:rPr>
              <a:t>Orchestrate agent behavior with generative AI: https://learn.microsoft.com/en-us/microsoft-copilot-studio/advanced-generative-actions</a:t>
            </a:r>
          </a:p>
          <a:p>
            <a:r>
              <a:rPr lang="en-US" sz="1400">
                <a:solidFill>
                  <a:srgbClr val="111111"/>
                </a:solidFill>
              </a:rPr>
              <a:t>Orchestrate agent behavior with generative AI: https://learn.microsoft.com/en-us/microsoft-copilot-studio/advanced-generative-actions</a:t>
            </a:r>
          </a:p>
          <a:p>
            <a:r>
              <a:rPr lang="en-US" sz="1400">
                <a:solidFill>
                  <a:srgbClr val="111111"/>
                </a:solidFill>
              </a:rPr>
              <a:t>Orchestrate agent behavior with generative AI: https://learn.microsoft.com/en-us/microsoft-copilot-studio/advanced-generative-actions</a:t>
            </a:r>
          </a:p>
          <a:p>
            <a:r>
              <a:rPr lang="en-US" sz="1400">
                <a:solidFill>
                  <a:srgbClr val="111111"/>
                </a:solidFill>
              </a:rPr>
              <a:t>Add tools to custom agents: https://learn.microsoft.com/en-us/microsoft-copilot-studio/add-tools-custom-agent</a:t>
            </a:r>
          </a:p>
          <a:p>
            <a:r>
              <a:rPr lang="en-US" sz="1400">
                <a:solidFill>
                  <a:srgbClr val="111111"/>
                </a:solidFill>
              </a:rPr>
              <a:t>Add tools to custom agents: https://learn.microsoft.com/en-us/microsoft-copilot-studio/add-tools-custom-agent</a:t>
            </a:r>
          </a:p>
          <a:p>
            <a:r>
              <a:rPr lang="en-US" sz="1400">
                <a:solidFill>
                  <a:srgbClr val="111111"/>
                </a:solidFill>
              </a:rPr>
              <a:t>Add tools to custom agents: https://learn.microsoft.com/en-us/microsoft-copilot-studio/add-tools-custom-agent</a:t>
            </a:r>
          </a:p>
          <a:p>
            <a:r>
              <a:rPr lang="en-US" sz="1400">
                <a:solidFill>
                  <a:srgbClr val="111111"/>
                </a:solidFill>
              </a:rPr>
              <a:t>Security and governance: https://learn.microsoft.com/en-us/microsoft-copilot-studio/security-and-governance</a:t>
            </a:r>
          </a:p>
          <a:p>
            <a:r>
              <a:rPr lang="en-US" sz="1400">
                <a:solidFill>
                  <a:srgbClr val="111111"/>
                </a:solidFill>
              </a:rPr>
              <a:t>Security and governance: https://learn.microsoft.com/en-us/microsoft-copilot-studio/security-and-governance</a:t>
            </a:r>
          </a:p>
          <a:p>
            <a:r>
              <a:rPr lang="en-US" sz="1400">
                <a:solidFill>
                  <a:srgbClr val="111111"/>
                </a:solidFill>
              </a:rPr>
              <a:t>Security and governance: https://learn.microsoft.com/en-us/microsoft-copilot-studio/security-and-governance</a:t>
            </a:r>
          </a:p>
          <a:p>
            <a:r>
              <a:rPr lang="en-US" sz="1400">
                <a:solidFill>
                  <a:srgbClr val="111111"/>
                </a:solidFill>
              </a:rPr>
              <a:t>Security and governance: https://learn.microsoft.com/en-us/microsoft-copilot-studio/security-and-governance</a:t>
            </a:r>
          </a:p>
          <a:p>
            <a:r>
              <a:rPr lang="en-US" sz="1400">
                <a:solidFill>
                  <a:srgbClr val="111111"/>
                </a:solidFill>
              </a:rPr>
              <a:t>Overview - Microsoft Copilot Studio: https://learn.microsoft.com/en-us/microsoft-copilot-studio/fundamentals-what-is-copilot-studio</a:t>
            </a:r>
          </a:p>
          <a:p>
            <a:r>
              <a:rPr lang="en-US" sz="1400">
                <a:solidFill>
                  <a:srgbClr val="111111"/>
                </a:solidFill>
              </a:rPr>
              <a:t>Overview - Microsoft Copilot Studio: https://learn.microsoft.com/en-us/microsoft-copilot-studio/fundamentals-what-is-copilot-studio</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managed-build-a4d339be1a66.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orchestrate-choices-ff87d14cfe8d.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tools-execute-36309caa4661.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govern-platform-27b61deeee2f.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Studio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71923"/>
                </a:solidFill>
                <a:latin typeface="+mj-lt"/>
              </a:rPr>
              <a:t>Copilot Studio 2026:</a:t>
            </a:r>
            <a:r>
              <a:rPr lang="en-US" sz="3600" b="1">
                <a:solidFill>
                  <a:srgbClr val="006EC3"/>
                </a:solidFill>
                <a:latin typeface="+mj-lt"/>
              </a:rPr>
              <a:t> govern intent-to-action agents</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26C71"/>
                </a:solidFill>
              </a:rPr>
              <a:t>Bottom line: use Copilot Studio as a governed agent platform, moving from business intent to useful action while funding workflows that merit scale, with rigor.</a:t>
            </a:r>
          </a:p>
        </p:txBody>
      </p:sp>
      <p:sp>
        <p:nvSpPr>
          <p:cNvPr id="8" name="Decision"/>
          <p:cNvSpPr/>
          <p:nvPr/>
        </p:nvSpPr>
        <p:spPr>
          <a:xfrm>
            <a:off x="685800" y="4650000"/>
            <a:ext cx="10820400" cy="1000000"/>
          </a:xfrm>
          <a:prstGeom prst="roundRect">
            <a:avLst>
              <a:gd name="adj" fmla="val 6000"/>
            </a:avLst>
          </a:prstGeom>
          <a:solidFill>
            <a:srgbClr val="E5FBFF"/>
          </a:solidFill>
          <a:ln w="12700">
            <a:solidFill>
              <a:srgbClr val="328F9E"/>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2000" b="1">
                <a:solidFill>
                  <a:srgbClr val="071923"/>
                </a:solidFill>
              </a:rPr>
              <a:t>Fund governed agent scale where workflows merit managed automation.</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copilot-studio-2026-08-am-michael-kokoro-onnx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Studio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1.</a:t>
            </a:r>
            <a:r>
              <a:rPr lang="en-US" sz="2900" b="1">
                <a:solidFill>
                  <a:srgbClr val="006EC3"/>
                </a:solidFill>
                <a:latin typeface="+mj-lt"/>
              </a:rPr>
              <a:t> Managed build surface</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71923"/>
                </a:solidFill>
              </a:rPr>
              <a:t>Copilot Studio is a low-code studio for building and managing agents. Teams create agents, workflows and agent flows tied to business data, systems and work channels.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managed-build" descr="The studio connects business data and systems to workplace channels through managed agents and workflows.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Overview - Microsoft Copilot Studio  ·  Add tools to custom agents  ·  Security and governance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Studio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2.</a:t>
            </a:r>
            <a:r>
              <a:rPr lang="en-US" sz="2900" b="1">
                <a:solidFill>
                  <a:srgbClr val="006EC3"/>
                </a:solidFill>
                <a:latin typeface="+mj-lt"/>
              </a:rPr>
              <a:t> Orchestrate choices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71923"/>
                </a:solidFill>
              </a:rPr>
              <a:t>Generative orchestration is the decision layer. It lets an agent choose topics, tools, knowledge or other agents, ask for missing input, and then compose the response.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orchestrate-choices" descr="A readable routing model: one request can route to knowledge, tools, topics or other agents.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Orchestrate agent behavior with generative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Studio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3.</a:t>
            </a:r>
            <a:r>
              <a:rPr lang="en-US" sz="2900" b="1">
                <a:solidFill>
                  <a:srgbClr val="006EC3"/>
                </a:solidFill>
                <a:latin typeface="+mj-lt"/>
              </a:rPr>
              <a:t> Tools execute work</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71923"/>
                </a:solidFill>
              </a:rPr>
              <a:t>Tools are where intent turns into action. Govern connectors, agent flows, prompts, REST APIs, MCP and computer use for both modern apps and legacy screens under policy.</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tools-execute" descr="Tool routes convert intent into action, but each route should be governed before scale.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Add tools to custom agents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Studio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4.</a:t>
            </a:r>
            <a:r>
              <a:rPr lang="en-US" sz="2900" b="1">
                <a:solidFill>
                  <a:srgbClr val="006EC3"/>
                </a:solidFill>
                <a:latin typeface="+mj-lt"/>
              </a:rPr>
              <a:t> Govern the platform</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71923"/>
                </a:solidFill>
              </a:rPr>
              <a:t>Scale only with enterprise controls attached. Data policies, audit logs, Agent 365, Entra identities, spend controls and evaluations keep the platform managed at scale.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govern-platform" descr="A control board keeps scale tied to identity, policy, audit, cost and quality evidence.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Security and governance  ·  Add tools to custom agents  ·  Overview - Microsoft Copilot Studio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Copilot Studio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71923"/>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71923"/>
                </a:solidFill>
              </a:rPr>
              <a:t>Overview - Microsoft Copilot Studio</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https://learn.microsoft.com/en-us/microsoft-copilot-studio/fundamentals-what-is-copilot-studio</a:t>
            </a:r>
          </a:p>
          <a:p>
            <a:pPr algn="l">
              <a:lnSpc>
                <a:spcPct val="105000"/>
              </a:lnSpc>
              <a:spcAft>
                <a:spcPts val="0"/>
              </a:spcAft>
            </a:pPr>
            <a:r>
              <a:rPr lang="en-US" sz="1400" b="1">
                <a:solidFill>
                  <a:srgbClr val="071923"/>
                </a:solidFill>
              </a:rPr>
              <a:t>Orchestrate agent behavior with generative AI</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https://learn.microsoft.com/en-us/microsoft-copilot-studio/advanced-generative-actions</a:t>
            </a:r>
          </a:p>
          <a:p>
            <a:pPr algn="l">
              <a:lnSpc>
                <a:spcPct val="105000"/>
              </a:lnSpc>
              <a:spcAft>
                <a:spcPts val="0"/>
              </a:spcAft>
            </a:pPr>
            <a:r>
              <a:rPr lang="en-US" sz="1400" b="1">
                <a:solidFill>
                  <a:srgbClr val="071923"/>
                </a:solidFill>
              </a:rPr>
              <a:t>Add tools to custom agents</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https://learn.microsoft.com/en-us/microsoft-copilot-studio/add-tools-custom-agent</a:t>
            </a:r>
          </a:p>
          <a:p>
            <a:pPr algn="l">
              <a:lnSpc>
                <a:spcPct val="105000"/>
              </a:lnSpc>
              <a:spcAft>
                <a:spcPts val="0"/>
              </a:spcAft>
            </a:pPr>
            <a:r>
              <a:rPr lang="en-US" sz="1400" b="1">
                <a:solidFill>
                  <a:srgbClr val="071923"/>
                </a:solidFill>
              </a:rPr>
              <a:t>Security and governance</a:t>
            </a:r>
            <a:r>
              <a:rPr lang="en-US" sz="1100">
                <a:solidFill>
                  <a:srgbClr val="626C71"/>
                </a:solidFill>
              </a:rPr>
              <a:t>  retrieved 2026-10-06</a:t>
            </a:r>
          </a:p>
          <a:p>
            <a:pPr algn="l">
              <a:lnSpc>
                <a:spcPct val="105000"/>
              </a:lnSpc>
              <a:spcAft>
                <a:spcPts val="900"/>
              </a:spcAft>
            </a:pPr>
            <a:r>
              <a:rPr lang="en-US" sz="1100">
                <a:solidFill>
                  <a:srgbClr val="006EC3"/>
                </a:solidFill>
              </a:rPr>
              <a:t>https://learn.microsoft.com/en-us/microsoft-copilot-studio/security-and-governance</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copilot-studio-2026-08-am-michael-kokoro-onnx</a:t>
            </a:r>
          </a:p>
        </p:txBody>
      </p:sp>
    </p:spTree>
  </p:cSld>
  <p:clrMapOvr>
    <a:masterClrMapping/>
  </p:clrMapOvr>
</p:sld>
</file>

<file path=ppt/theme/theme1.xml><?xml version="1.0" encoding="utf-8"?>
<a:theme xmlns:a="http://schemas.openxmlformats.org/drawingml/2006/main" name="copilot-studio-2026-brand">
  <a:themeElements>
    <a:clrScheme name="copilot-studio-2026-brand">
      <a:dk1>
        <a:srgbClr val="071923"/>
      </a:dk1>
      <a:lt1>
        <a:srgbClr val="F4F8FC"/>
      </a:lt1>
      <a:dk2>
        <a:srgbClr val="091F2C"/>
      </a:dk2>
      <a:lt2>
        <a:srgbClr val="E6F1F9"/>
      </a:lt2>
      <a:accent1>
        <a:srgbClr val="006EC3"/>
      </a:accent1>
      <a:accent2>
        <a:srgbClr val="50E6FF"/>
      </a:accent2>
      <a:accent3>
        <a:srgbClr val="006EC3"/>
      </a:accent3>
      <a:accent4>
        <a:srgbClr val="06141D"/>
      </a:accent4>
      <a:accent5>
        <a:srgbClr val="626C71"/>
      </a:accent5>
      <a:accent6>
        <a:srgbClr val="B42318"/>
      </a:accent6>
      <a:hlink>
        <a:srgbClr val="006EC3"/>
      </a:hlink>
      <a:folHlink>
        <a:srgbClr val="626C71"/>
      </a:folHlink>
    </a:clrScheme>
    <a:fontScheme name="copilot-studio-2026-brand">
      <a:majorFont>
        <a:latin typeface="Segoe UI Variable Display"/>
        <a:ea typeface=""/>
        <a:cs typeface=""/>
      </a:majorFont>
      <a:minorFont>
        <a:latin typeface="Segoe UI Variable Text"/>
        <a:ea typeface=""/>
        <a:cs typeface=""/>
      </a:minorFont>
    </a:fontScheme>
    <a:fmtScheme name="copilot-studio-2026-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2026: govern intent-to-action agents</dc:title>
  <dc:creator>a2swe</dc:creator>
  <cp:lastModifiedBy>a2swe</cp:lastModifiedBy>
  <dcterms:created xsi:type="dcterms:W3CDTF">2020-01-01T00:00:00Z</dcterms:created>
  <dcterms:modified xsi:type="dcterms:W3CDTF">2020-01-01T00:00:00Z</dcterms:modified>
</cp:coreProperties>
</file>