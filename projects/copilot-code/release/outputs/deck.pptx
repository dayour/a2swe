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theme" Target="theme/them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Copilot Code: approve a narrow, governed preview pilot</a:t>
            </a:r>
          </a:p>
          <a:p>
            <a:r>
              <a:rPr lang="en-US" sz="1400">
                <a:solidFill>
                  <a:srgbClr val="111111"/>
                </a:solidFill>
              </a:rPr>
              <a:t>Bottom line: pilot Copilot Code for one small purpose-built solution, with IT policy set first, a named owner, scoped data, a spend limit and an explicit stop-or-expand review.</a:t>
            </a:r>
          </a:p>
          <a:p>
            <a:r>
              <a:rPr lang="en-US" sz="1400">
                <a:solidFill>
                  <a:srgbClr val="111111"/>
                </a:solidFill>
              </a:rPr>
              <a:t>Bottom line: pilot Copilot Code for one small purpose-built solution, with IT policy set first, a named owner, scoped data, a spend limit and an explicit stop-or-expand review.
Code is for outcome-led builders, not a replacement for developer tools. Describe a dashboard, team tool, site, transform, automation or script; Code builds a live preview, keeps revertible versions and can publish cloud apps to Copilot Managed Runtime for your organization.
Local mode works inside a chosen folder and asks approval by default for network, extensions or MCP, shell commands and outside-folder access. Cloud mode is isolated. Microsoft says existing Microsoft 365 governance applies, with audit visibility into code, commands and file activity.
IT must confirm license and enablement, then set auto-approve, execution location, GitHub, organizational data and spend policies. Recommendation: one low-risk business use case, one owner, least data needed, a budget cap, and a stop-or-expand review before broader access.
Evidence: Copilot Code is a preview build experience in the Microsoft Copilot app that requires Frontier access; the selected sources do not establish general availability. [ev-preview] Copilot Code overview (Frontier)
Evidence: Microsoft frames Code as a shift from files alone toward small purpose-built solutions: users describe software in natural language, see a live result, iterate, and can revert to an earlier version. [ev-fourth-unit] Introducing the new Copilot with Home, Code and Autopilot
Evidence: Cloud projects can publish interactive apps to Copilot Managed Runtime for people in the organization, while local projects work inside a chosen project folder. [ev-publish] Copilot Code overview (Frontier)
Evidence: Local mode asks for approval by default before network calls, extensions or MCP use, shell commands, or file access outside active projects; cloud mode runs in a secure isolated environment. [ev-approval-default] Copilot Code overview (Frontier)
Evidence: Copilot Code follows Microsoft 365 governance, security and compliance controls, and administrators can audit generated code, commands run, and files read or written. [ev-governance] Copilot Code overview (Frontier)
Evidence: For work accounts, IT must provide a Copilot license and organization-level enablement, and can configure auto-approve, execution location, GitHub connections, organizational data access and spend limits; documented defaults can change during preview. [ev-license-enable] Manage Copilot Code for your organization (Frontier)</a:t>
            </a:r>
          </a:p>
          <a:p>
            <a:r>
              <a:rPr lang="en-US" sz="1400">
                <a:solidFill>
                  <a:srgbClr val="111111"/>
                </a:solidFill>
              </a:rPr>
              <a:t>Citations</a:t>
            </a:r>
          </a:p>
          <a:p>
            <a:r>
              <a:rPr lang="en-US" sz="1400">
                <a:solidFill>
                  <a:srgbClr val="111111"/>
                </a:solidFill>
              </a:rPr>
              <a:t>[ev-preview] Copilot Code overview (Frontier)</a:t>
            </a:r>
          </a:p>
          <a:p>
            <a:r>
              <a:rPr lang="en-US" sz="1400">
                <a:solidFill>
                  <a:srgbClr val="111111"/>
                </a:solidFill>
              </a:rPr>
              <a:t>[ev-frontier] Copilot Code overview (Frontier)</a:t>
            </a:r>
          </a:p>
          <a:p>
            <a:r>
              <a:rPr lang="en-US" sz="1400">
                <a:solidFill>
                  <a:srgbClr val="111111"/>
                </a:solidFill>
              </a:rPr>
              <a:t>[ev-fourth-unit] Introducing the new Copilot with Home, Code and Autopilot</a:t>
            </a:r>
          </a:p>
          <a:p>
            <a:r>
              <a:rPr lang="en-US" sz="1400">
                <a:solidFill>
                  <a:srgbClr val="111111"/>
                </a:solidFill>
              </a:rPr>
              <a:t>[ev-build] Copilot Code overview (Frontier)</a:t>
            </a:r>
          </a:p>
          <a:p>
            <a:r>
              <a:rPr lang="en-US" sz="1400">
                <a:solidFill>
                  <a:srgbClr val="111111"/>
                </a:solidFill>
              </a:rPr>
              <a:t>[ev-versions] Copilot Code overview (Frontier)</a:t>
            </a:r>
          </a:p>
          <a:p>
            <a:r>
              <a:rPr lang="en-US" sz="1400">
                <a:solidFill>
                  <a:srgbClr val="111111"/>
                </a:solidFill>
              </a:rPr>
              <a:t>[ev-publish] Copilot Code overview (Frontier)</a:t>
            </a:r>
          </a:p>
          <a:p>
            <a:r>
              <a:rPr lang="en-US" sz="1400">
                <a:solidFill>
                  <a:srgbClr val="111111"/>
                </a:solidFill>
              </a:rPr>
              <a:t>[ev-local] Copilot Code overview (Frontier)</a:t>
            </a:r>
          </a:p>
          <a:p>
            <a:r>
              <a:rPr lang="en-US" sz="1400">
                <a:solidFill>
                  <a:srgbClr val="111111"/>
                </a:solidFill>
              </a:rPr>
              <a:t>[ev-cloud] Copilot Code overview (Frontier)</a:t>
            </a:r>
          </a:p>
          <a:p>
            <a:r>
              <a:rPr lang="en-US" sz="1400">
                <a:solidFill>
                  <a:srgbClr val="111111"/>
                </a:solidFill>
              </a:rPr>
              <a:t>[ev-approval-default] Copilot Code overview (Frontier)</a:t>
            </a:r>
          </a:p>
          <a:p>
            <a:r>
              <a:rPr lang="en-US" sz="1400">
                <a:solidFill>
                  <a:srgbClr val="111111"/>
                </a:solidFill>
              </a:rPr>
              <a:t>[ev-governance] Copilot Code overview (Frontier)</a:t>
            </a:r>
          </a:p>
          <a:p>
            <a:r>
              <a:rPr lang="en-US" sz="1400">
                <a:solidFill>
                  <a:srgbClr val="111111"/>
                </a:solidFill>
              </a:rPr>
              <a:t>[ev-audit] Copilot Code overview (Frontier)</a:t>
            </a:r>
          </a:p>
          <a:p>
            <a:r>
              <a:rPr lang="en-US" sz="1400">
                <a:solidFill>
                  <a:srgbClr val="111111"/>
                </a:solidFill>
              </a:rPr>
              <a:t>[ev-license-enable] Manage Copilot Code for your organization (Frontier)</a:t>
            </a:r>
          </a:p>
          <a:p>
            <a:r>
              <a:rPr lang="en-US" sz="1400">
                <a:solidFill>
                  <a:srgbClr val="111111"/>
                </a:solidFill>
              </a:rPr>
              <a:t>[ev-spend] Copilot Code (Frontier) requirements</a:t>
            </a:r>
          </a:p>
          <a:p>
            <a:r>
              <a:rPr lang="en-US" sz="1400">
                <a:solidFill>
                  <a:srgbClr val="111111"/>
                </a:solidFill>
              </a:rPr>
              <a:t>[ev-auto-approve] Manage Copilot Code for your organization (Frontier)</a:t>
            </a:r>
          </a:p>
          <a:p>
            <a:r>
              <a:rPr lang="en-US" sz="1400">
                <a:solidFill>
                  <a:srgbClr val="111111"/>
                </a:solidFill>
              </a:rPr>
              <a:t>[ev-execution] Manage Copilot Code for your organization (Frontier)</a:t>
            </a:r>
          </a:p>
          <a:p>
            <a:r>
              <a:rPr lang="en-US" sz="1400">
                <a:solidFill>
                  <a:srgbClr val="111111"/>
                </a:solidFill>
              </a:rPr>
              <a:t>[ev-github] Manage Copilot Code for your organization (Frontier)</a:t>
            </a:r>
          </a:p>
          <a:p>
            <a:r>
              <a:rPr lang="en-US" sz="1400">
                <a:solidFill>
                  <a:srgbClr val="111111"/>
                </a:solidFill>
              </a:rPr>
              <a:t>[ev-org-data] Manage Copilot Code for your organization (Frontier)</a:t>
            </a:r>
          </a:p>
          <a:p>
            <a:r>
              <a:rPr lang="en-US" sz="1400">
                <a:solidFill>
                  <a:srgbClr val="111111"/>
                </a:solidFill>
              </a:rPr>
              <a:t>[ev-corroboration] New Microsoft Copilot brings Home, Code and Autopilot together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Shift from answers to small solutions</a:t>
            </a:r>
          </a:p>
          <a:p>
            <a:r>
              <a:rPr lang="en-US" sz="1400">
                <a:solidFill>
                  <a:srgbClr val="111111"/>
                </a:solidFill>
              </a:rPr>
              <a:t>Code is for outcome-led builders, not a replacement for developer tools. Describe a dashboard, team tool, site, transform, automation or script; Code builds a live preview, keeps revertible versions and can publish cloud apps to Copilot Managed Runtime for your organization.</a:t>
            </a:r>
          </a:p>
          <a:p>
            <a:r>
              <a:rPr lang="en-US" sz="1400">
                <a:solidFill>
                  <a:srgbClr val="111111"/>
                </a:solidFill>
              </a:rPr>
              <a:t>Evidence: Microsoft announcement and Copilot Code overview, retrieved 2026-10-20. Microsoft calls purpose-built solutions a fourth unit of knowledge work; that framing is attributed, not an independent market conclusion. Code remains a Frontier preview and is distinct from GitHub Copilot, its coding agent, Visual Studio Code, Copilot Studio and Copilot Pages.
Evidence: Copilot Code is a preview build experience in the Microsoft Copilot app that requires Frontier access; the selected sources do not establish general availability. [ev-preview] Copilot Code overview (Frontier)
Evidence: Microsoft frames Code as a shift from files alone toward small purpose-built solutions: users describe software in natural language, see a live result, iterate, and can revert to an earlier version. [ev-fourth-unit] Introducing the new Copilot with Home, Code and Autopilot
Evidence: Cloud projects can publish interactive apps to Copilot Managed Runtime for people in the organization, while local projects work inside a chosen project folder. [ev-publish] Copilot Code overview (Frontier)</a:t>
            </a:r>
          </a:p>
          <a:p>
            <a:r>
              <a:rPr lang="en-US" sz="1400">
                <a:solidFill>
                  <a:srgbClr val="111111"/>
                </a:solidFill>
              </a:rPr>
              <a:t>Citations</a:t>
            </a:r>
          </a:p>
          <a:p>
            <a:r>
              <a:rPr lang="en-US" sz="1400">
                <a:solidFill>
                  <a:srgbClr val="111111"/>
                </a:solidFill>
              </a:rPr>
              <a:t>[ev-preview] Copilot Code overview (Frontier): https://learn.microsoft.com/en-us/copilot/code/overview</a:t>
            </a:r>
          </a:p>
          <a:p>
            <a:r>
              <a:rPr lang="en-US" sz="1400">
                <a:solidFill>
                  <a:srgbClr val="111111"/>
                </a:solidFill>
              </a:rPr>
              <a:t>[ev-frontier] Copilot Code overview (Frontier): https://learn.microsoft.com/en-us/copilot/code/overview</a:t>
            </a:r>
          </a:p>
          <a:p>
            <a:r>
              <a:rPr lang="en-US" sz="1400">
                <a:solidFill>
                  <a:srgbClr val="111111"/>
                </a:solidFill>
              </a:rPr>
              <a:t>[ev-fourth-unit] Introducing the new Copilot with Home, Code and Autopilot: https://blogs.microsoft.com/blog/2026/09/25/introducing-the-new-copilot-with-home-code-and-autopilot/</a:t>
            </a:r>
          </a:p>
          <a:p>
            <a:r>
              <a:rPr lang="en-US" sz="1400">
                <a:solidFill>
                  <a:srgbClr val="111111"/>
                </a:solidFill>
              </a:rPr>
              <a:t>[ev-build] Copilot Code overview (Frontier): https://learn.microsoft.com/en-us/copilot/code/overview</a:t>
            </a:r>
          </a:p>
          <a:p>
            <a:r>
              <a:rPr lang="en-US" sz="1400">
                <a:solidFill>
                  <a:srgbClr val="111111"/>
                </a:solidFill>
              </a:rPr>
              <a:t>[ev-versions] Copilot Code overview (Frontier): https://learn.microsoft.com/en-us/copilot/code/overview</a:t>
            </a:r>
          </a:p>
          <a:p>
            <a:r>
              <a:rPr lang="en-US" sz="1400">
                <a:solidFill>
                  <a:srgbClr val="111111"/>
                </a:solidFill>
              </a:rPr>
              <a:t>[ev-corroboration] New Microsoft Copilot brings Home, Code and Autopilot together: https://news.microsoft.com/source/emea/2026/09/new-microsoft-copilot-brings-home-code-and-autopilot-together/</a:t>
            </a:r>
          </a:p>
          <a:p>
            <a:r>
              <a:rPr lang="en-US" sz="1400">
                <a:solidFill>
                  <a:srgbClr val="111111"/>
                </a:solidFill>
              </a:rPr>
              <a:t>[ev-publish] Copilot Code overview (Frontier): https://learn.microsoft.com/en-us/copilot/code/overview</a:t>
            </a:r>
          </a:p>
          <a:p>
            <a:r>
              <a:rPr lang="en-US" sz="1400">
                <a:solidFill>
                  <a:srgbClr val="111111"/>
                </a:solidFill>
              </a:rPr>
              <a:t>[ev-local] Copilot Code overview (Frontier): https://learn.microsoft.com/en-us/copilot/code/overview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Choose the execution boundary deliberately</a:t>
            </a:r>
          </a:p>
          <a:p>
            <a:r>
              <a:rPr lang="en-US" sz="1400">
                <a:solidFill>
                  <a:srgbClr val="111111"/>
                </a:solidFill>
              </a:rPr>
              <a:t>Local mode works inside a chosen folder and asks approval by default for network, extensions or MCP, shell commands and outside-folder access. Cloud mode is isolated. Microsoft says existing Microsoft 365 governance applies, with audit visibility into code, commands and file activity.</a:t>
            </a:r>
          </a:p>
          <a:p>
            <a:r>
              <a:rPr lang="en-US" sz="1400">
                <a:solidFill>
                  <a:srgbClr val="111111"/>
                </a:solidFill>
              </a:rPr>
              <a:t>Evidence: Copilot Code overview, build location, Stay in control, and Data protection sections, retrieved 2026-10-20. The permission statement is a documented default, not a guarantee against administrator or user policy changes.
Evidence: Local mode asks for approval by default before network calls, extensions or MCP use, shell commands, or file access outside active projects; cloud mode runs in a secure isolated environment. [ev-approval-default] Copilot Code overview (Frontier)
Evidence: Copilot Code follows Microsoft 365 governance, security and compliance controls, and administrators can audit generated code, commands run, and files read or written. [ev-governance] Copilot Code overview (Frontier)</a:t>
            </a:r>
          </a:p>
          <a:p>
            <a:r>
              <a:rPr lang="en-US" sz="1400">
                <a:solidFill>
                  <a:srgbClr val="111111"/>
                </a:solidFill>
              </a:rPr>
              <a:t>Citations</a:t>
            </a:r>
          </a:p>
          <a:p>
            <a:r>
              <a:rPr lang="en-US" sz="1400">
                <a:solidFill>
                  <a:srgbClr val="111111"/>
                </a:solidFill>
              </a:rPr>
              <a:t>[ev-approval-default] Copilot Code overview (Frontier): https://learn.microsoft.com/en-us/copilot/code/overview</a:t>
            </a:r>
          </a:p>
          <a:p>
            <a:r>
              <a:rPr lang="en-US" sz="1400">
                <a:solidFill>
                  <a:srgbClr val="111111"/>
                </a:solidFill>
              </a:rPr>
              <a:t>[ev-cloud] Copilot Code overview (Frontier): https://learn.microsoft.com/en-us/copilot/code/overview</a:t>
            </a:r>
          </a:p>
          <a:p>
            <a:r>
              <a:rPr lang="en-US" sz="1400">
                <a:solidFill>
                  <a:srgbClr val="111111"/>
                </a:solidFill>
              </a:rPr>
              <a:t>[ev-governance] Copilot Code overview (Frontier): https://learn.microsoft.com/en-us/copilot/code/overview</a:t>
            </a:r>
          </a:p>
          <a:p>
            <a:r>
              <a:rPr lang="en-US" sz="1400">
                <a:solidFill>
                  <a:srgbClr val="111111"/>
                </a:solidFill>
              </a:rPr>
              <a:t>[ev-audit] Copilot Code overview (Frontier): https://learn.microsoft.com/en-us/copilot/code/overview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Configure first, then pilot narrowly</a:t>
            </a:r>
          </a:p>
          <a:p>
            <a:r>
              <a:rPr lang="en-US" sz="1400">
                <a:solidFill>
                  <a:srgbClr val="111111"/>
                </a:solidFill>
              </a:rPr>
              <a:t>IT must confirm license and enablement, then set auto-approve, execution location, GitHub, organizational data and spend policies. Recommendation: one low-risk business use case, one owner, least data needed, a budget cap, and a stop-or-expand review before broader access.</a:t>
            </a:r>
          </a:p>
          <a:p>
            <a:r>
              <a:rPr lang="en-US" sz="1400">
                <a:solidFill>
                  <a:srgbClr val="111111"/>
                </a:solidFill>
              </a:rPr>
              <a:t>Evidence: requirements and admin pages, retrieved 2026-10-20. Documented defaults include auto-approve on, execution location cloud-only on, GitHub off, and organizational data on for cloud and off for local. These are preview documentation states and may change. The pilot guardrails are recommendations, not product guarantees.
Evidence: For work accounts, IT must provide a Copilot license and organization-level enablement, and can configure auto-approve, execution location, GitHub connections, organizational data access and spend limits; documented defaults can change during preview. [ev-license-enable] Manage Copilot Code for your organization (Frontier)</a:t>
            </a:r>
          </a:p>
          <a:p>
            <a:r>
              <a:rPr lang="en-US" sz="1400">
                <a:solidFill>
                  <a:srgbClr val="111111"/>
                </a:solidFill>
              </a:rPr>
              <a:t>Citations</a:t>
            </a:r>
          </a:p>
          <a:p>
            <a:r>
              <a:rPr lang="en-US" sz="1400">
                <a:solidFill>
                  <a:srgbClr val="111111"/>
                </a:solidFill>
              </a:rPr>
              <a:t>[ev-license-enable] Manage Copilot Code for your organization (Frontier): https://learn.microsoft.com/en-us/copilot/code/code-admin</a:t>
            </a:r>
          </a:p>
          <a:p>
            <a:r>
              <a:rPr lang="en-US" sz="1400">
                <a:solidFill>
                  <a:srgbClr val="111111"/>
                </a:solidFill>
              </a:rPr>
              <a:t>[ev-spend] Copilot Code (Frontier) requirements: https://learn.microsoft.com/en-us/copilot/code/code-requirements</a:t>
            </a:r>
          </a:p>
          <a:p>
            <a:r>
              <a:rPr lang="en-US" sz="1400">
                <a:solidFill>
                  <a:srgbClr val="111111"/>
                </a:solidFill>
              </a:rPr>
              <a:t>[ev-auto-approve] Manage Copilot Code for your organization (Frontier): https://learn.microsoft.com/en-us/copilot/code/code-admin</a:t>
            </a:r>
          </a:p>
          <a:p>
            <a:r>
              <a:rPr lang="en-US" sz="1400">
                <a:solidFill>
                  <a:srgbClr val="111111"/>
                </a:solidFill>
              </a:rPr>
              <a:t>[ev-execution] Manage Copilot Code for your organization (Frontier): https://learn.microsoft.com/en-us/copilot/code/code-admin</a:t>
            </a:r>
          </a:p>
          <a:p>
            <a:r>
              <a:rPr lang="en-US" sz="1400">
                <a:solidFill>
                  <a:srgbClr val="111111"/>
                </a:solidFill>
              </a:rPr>
              <a:t>[ev-github] Manage Copilot Code for your organization (Frontier): https://learn.microsoft.com/en-us/copilot/code/code-admin</a:t>
            </a:r>
          </a:p>
          <a:p>
            <a:r>
              <a:rPr lang="en-US" sz="1400">
                <a:solidFill>
                  <a:srgbClr val="111111"/>
                </a:solidFill>
              </a:rPr>
              <a:t>[ev-org-data] Manage Copilot Code for your organization (Frontier): https://learn.microsoft.com/en-us/copilot/code/code-admin</a:t>
            </a:r>
          </a:p>
          <a:p>
            <a:r>
              <a:rPr lang="en-US" sz="1400">
                <a:solidFill>
                  <a:srgbClr val="111111"/>
                </a:solidFill>
              </a:rPr>
              <a:t>[ev-preview] Copilot Code overview (Frontier): https://learn.microsoft.com/en-us/copilot/code/overview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pilot Copilot Code for one small purpose-built solution, with IT policy set first, a named owner, scoped data, a spend limit and an explicit stop-or-expand review.</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Copilot Code overview (Frontier): https://learn.microsoft.com/en-us/copilot/code/overview</a:t>
            </a:r>
          </a:p>
          <a:p>
            <a:r>
              <a:rPr lang="en-US" sz="1400">
                <a:solidFill>
                  <a:srgbClr val="111111"/>
                </a:solidFill>
              </a:rPr>
              <a:t>Manage Copilot Code for your organization (Frontier): https://learn.microsoft.com/en-us/copilot/code/code-admin</a:t>
            </a:r>
          </a:p>
          <a:p>
            <a:r>
              <a:rPr lang="en-US" sz="1400">
                <a:solidFill>
                  <a:srgbClr val="111111"/>
                </a:solidFill>
              </a:rPr>
              <a:t>Copilot Code (Frontier) requirements: https://learn.microsoft.com/en-us/copilot/code/code-requirements</a:t>
            </a:r>
          </a:p>
          <a:p>
            <a:r>
              <a:rPr lang="en-US" sz="1400">
                <a:solidFill>
                  <a:srgbClr val="111111"/>
                </a:solidFill>
              </a:rPr>
              <a:t>Manage Copilot Code for your organization (Frontier): https://learn.microsoft.com/en-us/copilot/code/code-admin</a:t>
            </a:r>
          </a:p>
          <a:p>
            <a:r>
              <a:rPr lang="en-US" sz="1400">
                <a:solidFill>
                  <a:srgbClr val="111111"/>
                </a:solidFill>
              </a:rPr>
              <a:t>Manage Copilot Code for your organization (Frontier): https://learn.microsoft.com/en-us/copilot/code/code-admin</a:t>
            </a:r>
          </a:p>
          <a:p>
            <a:r>
              <a:rPr lang="en-US" sz="1400">
                <a:solidFill>
                  <a:srgbClr val="111111"/>
                </a:solidFill>
              </a:rPr>
              <a:t>Manage Copilot Code for your organization (Frontier): https://learn.microsoft.com/en-us/copilot/code/code-admin</a:t>
            </a:r>
          </a:p>
          <a:p>
            <a:r>
              <a:rPr lang="en-US" sz="1400">
                <a:solidFill>
                  <a:srgbClr val="111111"/>
                </a:solidFill>
              </a:rPr>
              <a:t>Manage Copilot Code for your organization (Frontier): https://learn.microsoft.com/en-us/copilot/code/code-admin</a:t>
            </a:r>
          </a:p>
          <a:p>
            <a:r>
              <a:rPr lang="en-US" sz="1400">
                <a:solidFill>
                  <a:srgbClr val="111111"/>
                </a:solidFill>
              </a:rPr>
              <a:t>New Microsoft Copilot brings Home, Code and Autopilot together: https://news.microsoft.com/source/emea/2026/09/new-microsoft-copilot-brings-home-code-and-autopilot-together/</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what-code-is-af5711d14741.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safe-operation-90cf2019fe43.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pilot-gate-73d06fd267a8.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Code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1 / 5</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B121E"/>
                </a:solidFill>
                <a:latin typeface="+mj-lt"/>
              </a:rPr>
              <a:t>Copilot Code:</a:t>
            </a:r>
            <a:r>
              <a:rPr lang="en-US" sz="3600" b="1">
                <a:solidFill>
                  <a:srgbClr val="006EC3"/>
                </a:solidFill>
                <a:latin typeface="+mj-lt"/>
              </a:rPr>
              <a:t> approve a narrow, governed preview pilot</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4686E"/>
                </a:solidFill>
              </a:rPr>
              <a:t>Bottom line: pilot Copilot Code for one small purpose-built solution, with IT policy set first, a named owner, scoped data, a spend limit and an explicit stop-or-expand review.</a:t>
            </a:r>
          </a:p>
        </p:txBody>
      </p:sp>
      <p:sp>
        <p:nvSpPr>
          <p:cNvPr id="8" name="Decision"/>
          <p:cNvSpPr/>
          <p:nvPr/>
        </p:nvSpPr>
        <p:spPr>
          <a:xfrm>
            <a:off x="685800" y="4650000"/>
            <a:ext cx="10820400" cy="1000000"/>
          </a:xfrm>
          <a:prstGeom prst="roundRect">
            <a:avLst>
              <a:gd name="adj" fmla="val 6000"/>
            </a:avLst>
          </a:prstGeom>
          <a:solidFill>
            <a:srgbClr val="EDF6FC"/>
          </a:solidFill>
          <a:ln w="12700">
            <a:solidFill>
              <a:srgbClr val="567892"/>
            </a:solidFill>
          </a:ln>
        </p:spPr>
        <p:txBody>
          <a:bodyPr wrap="square" lIns="182880" tIns="91440" rIns="182880" bIns="91440" anchor="ctr">
            <a:normAutofit/>
          </a:bodyPr>
          <a:lstStyle/>
          <a:p>
            <a:pPr algn="l">
              <a:lnSpc>
                <a:spcPct val="105000"/>
              </a:lnSpc>
              <a:spcAft>
                <a:spcPts val="0"/>
              </a:spcAft>
            </a:pPr>
            <a:r>
              <a:rPr lang="en-US" sz="1400" b="1">
                <a:solidFill>
                  <a:srgbClr val="006EC3"/>
                </a:solidFill>
              </a:rPr>
              <a:t>DECISION  </a:t>
            </a:r>
            <a:r>
              <a:rPr lang="en-US" sz="1600" b="1">
                <a:solidFill>
                  <a:srgbClr val="0B121E"/>
                </a:solidFill>
              </a:rPr>
              <a:t>Approve one bounded Frontier pilot only after IT sets the execution, permission, data, GitHub and spend policies and names an accountable business owner.</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copilot-code-r1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Code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2 / 5</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1.</a:t>
            </a:r>
            <a:r>
              <a:rPr lang="en-US" sz="2900" b="1">
                <a:solidFill>
                  <a:srgbClr val="006EC3"/>
                </a:solidFill>
                <a:latin typeface="+mj-lt"/>
              </a:rPr>
              <a:t> Shift from answers to small solutions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0B121E"/>
                </a:solidFill>
              </a:rPr>
              <a:t>Code is for outcome-led builders, not a replacement for developer tools. Describe a dashboard, team tool, site, transform, automation or script; Code builds a live preview, keeps revertible versions and can publish cloud apps to Copilot Managed Runtime for your organization.</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what-code-is" descr="From an outcome description to a previewed, versioned and organization-scoped solution.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Copilot Code overview (Frontier)  ·  Introducing the new Copilot with Home, Code and Autopilot  ·  New Microsoft Copilot brings Home, Code and Autopilot together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Code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3 / 5</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2.</a:t>
            </a:r>
            <a:r>
              <a:rPr lang="en-US" sz="2900" b="1">
                <a:solidFill>
                  <a:srgbClr val="006EC3"/>
                </a:solidFill>
                <a:latin typeface="+mj-lt"/>
              </a:rPr>
              <a:t> Choose the execution boundary deliberately</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0B121E"/>
                </a:solidFill>
              </a:rPr>
              <a:t>Local mode works inside a chosen folder and asks approval by default for network, extensions or MCP, shell commands and outside-folder access. Cloud mode is isolated. Microsoft says existing Microsoft 365 governance applies, with audit visibility into code, commands and file activity.</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safe-operation" descr="Local and cloud have different execution boundaries, joined by governance and audit.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Copilot Code overview (Frontier)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Code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4 / 5</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3.</a:t>
            </a:r>
            <a:r>
              <a:rPr lang="en-US" sz="2900" b="1">
                <a:solidFill>
                  <a:srgbClr val="006EC3"/>
                </a:solidFill>
                <a:latin typeface="+mj-lt"/>
              </a:rPr>
              <a:t> Configure first, then pilot narrowly</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0B121E"/>
                </a:solidFill>
              </a:rPr>
              <a:t>IT must confirm license and enablement, then set auto-approve, execution location, GitHub, organizational data and spend policies. Recommendation: one low-risk business use case, one owner, least data needed, a budget cap, and a stop-or-expand review before broader access.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pilot-gate" descr="A narrow pilot starts with policy and ends with an accountable review.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Manage Copilot Code for your organization (Frontier)  ·  Copilot Code (Frontier) requirements  ·  Copilot Code overview (Frontier)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Code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5 / 5</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B121E"/>
                </a:solidFill>
                <a:latin typeface="+mj-lt"/>
              </a:rPr>
              <a:t>Sources.</a:t>
            </a:r>
            <a:r>
              <a:rPr lang="en-US" sz="2400" b="1">
                <a:solidFill>
                  <a:srgbClr val="006EC3"/>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B121E"/>
                </a:solidFill>
              </a:rPr>
              <a:t>Copilot Code overview (Frontier)</a:t>
            </a:r>
            <a:r>
              <a:rPr lang="en-US" sz="1100">
                <a:solidFill>
                  <a:srgbClr val="64686E"/>
                </a:solidFill>
              </a:rPr>
              <a:t>  retrieved 2026-10-20</a:t>
            </a:r>
          </a:p>
          <a:p>
            <a:pPr algn="l">
              <a:lnSpc>
                <a:spcPct val="105000"/>
              </a:lnSpc>
              <a:spcAft>
                <a:spcPts val="900"/>
              </a:spcAft>
            </a:pPr>
            <a:r>
              <a:rPr lang="en-US" sz="1100">
                <a:solidFill>
                  <a:srgbClr val="006EC3"/>
                </a:solidFill>
              </a:rPr>
              <a:t>https://learn.microsoft.com/en-us/copilot/code/overview</a:t>
            </a:r>
          </a:p>
          <a:p>
            <a:pPr algn="l">
              <a:lnSpc>
                <a:spcPct val="105000"/>
              </a:lnSpc>
              <a:spcAft>
                <a:spcPts val="0"/>
              </a:spcAft>
            </a:pPr>
            <a:r>
              <a:rPr lang="en-US" sz="1400" b="1">
                <a:solidFill>
                  <a:srgbClr val="0B121E"/>
                </a:solidFill>
              </a:rPr>
              <a:t>Introducing the new Copilot with Home, Code and Autopilot</a:t>
            </a:r>
            <a:r>
              <a:rPr lang="en-US" sz="1100">
                <a:solidFill>
                  <a:srgbClr val="64686E"/>
                </a:solidFill>
              </a:rPr>
              <a:t>  retrieved 2026-10-20</a:t>
            </a:r>
          </a:p>
          <a:p>
            <a:pPr algn="l">
              <a:lnSpc>
                <a:spcPct val="105000"/>
              </a:lnSpc>
              <a:spcAft>
                <a:spcPts val="900"/>
              </a:spcAft>
            </a:pPr>
            <a:r>
              <a:rPr lang="en-US" sz="1100">
                <a:solidFill>
                  <a:srgbClr val="006EC3"/>
                </a:solidFill>
              </a:rPr>
              <a:t>https://blogs.microsoft.com/blog/2026/09/25/introducing-the-new-copilot-with-home-code-and-autopilot/</a:t>
            </a:r>
          </a:p>
          <a:p>
            <a:pPr algn="l">
              <a:lnSpc>
                <a:spcPct val="105000"/>
              </a:lnSpc>
              <a:spcAft>
                <a:spcPts val="0"/>
              </a:spcAft>
            </a:pPr>
            <a:r>
              <a:rPr lang="en-US" sz="1400" b="1">
                <a:solidFill>
                  <a:srgbClr val="0B121E"/>
                </a:solidFill>
              </a:rPr>
              <a:t>Manage Copilot Code for your organization (Frontier)</a:t>
            </a:r>
            <a:r>
              <a:rPr lang="en-US" sz="1100">
                <a:solidFill>
                  <a:srgbClr val="64686E"/>
                </a:solidFill>
              </a:rPr>
              <a:t>  retrieved 2026-10-20</a:t>
            </a:r>
          </a:p>
          <a:p>
            <a:pPr algn="l">
              <a:lnSpc>
                <a:spcPct val="105000"/>
              </a:lnSpc>
              <a:spcAft>
                <a:spcPts val="900"/>
              </a:spcAft>
            </a:pPr>
            <a:r>
              <a:rPr lang="en-US" sz="1100">
                <a:solidFill>
                  <a:srgbClr val="006EC3"/>
                </a:solidFill>
              </a:rPr>
              <a:t>https://learn.microsoft.com/en-us/copilot/code/code-admin</a:t>
            </a:r>
          </a:p>
          <a:p>
            <a:pPr algn="l">
              <a:lnSpc>
                <a:spcPct val="105000"/>
              </a:lnSpc>
              <a:spcAft>
                <a:spcPts val="0"/>
              </a:spcAft>
            </a:pPr>
            <a:r>
              <a:rPr lang="en-US" sz="1400" b="1">
                <a:solidFill>
                  <a:srgbClr val="0B121E"/>
                </a:solidFill>
              </a:rPr>
              <a:t>Copilot Code (Frontier) requirements</a:t>
            </a:r>
            <a:r>
              <a:rPr lang="en-US" sz="1100">
                <a:solidFill>
                  <a:srgbClr val="64686E"/>
                </a:solidFill>
              </a:rPr>
              <a:t>  retrieved 2026-10-20</a:t>
            </a:r>
          </a:p>
          <a:p>
            <a:pPr algn="l">
              <a:lnSpc>
                <a:spcPct val="105000"/>
              </a:lnSpc>
              <a:spcAft>
                <a:spcPts val="900"/>
              </a:spcAft>
            </a:pPr>
            <a:r>
              <a:rPr lang="en-US" sz="1100">
                <a:solidFill>
                  <a:srgbClr val="006EC3"/>
                </a:solidFill>
              </a:rPr>
              <a:t>https://learn.microsoft.com/en-us/copilot/code/code-requirements</a:t>
            </a:r>
          </a:p>
          <a:p>
            <a:pPr algn="l">
              <a:lnSpc>
                <a:spcPct val="105000"/>
              </a:lnSpc>
              <a:spcAft>
                <a:spcPts val="0"/>
              </a:spcAft>
            </a:pPr>
            <a:r>
              <a:rPr lang="en-US" sz="1400" b="1">
                <a:solidFill>
                  <a:srgbClr val="0B121E"/>
                </a:solidFill>
              </a:rPr>
              <a:t>New Microsoft Copilot brings Home, Code and Autopilot together</a:t>
            </a:r>
            <a:r>
              <a:rPr lang="en-US" sz="1100">
                <a:solidFill>
                  <a:srgbClr val="64686E"/>
                </a:solidFill>
              </a:rPr>
              <a:t>  retrieved 2026-10-20</a:t>
            </a:r>
          </a:p>
          <a:p>
            <a:pPr algn="l">
              <a:lnSpc>
                <a:spcPct val="105000"/>
              </a:lnSpc>
              <a:spcAft>
                <a:spcPts val="900"/>
              </a:spcAft>
            </a:pPr>
            <a:r>
              <a:rPr lang="en-US" sz="1100">
                <a:solidFill>
                  <a:srgbClr val="006EC3"/>
                </a:solidFill>
              </a:rPr>
              <a:t>https://news.microsoft.com/source/emea/2026/09/new-microsoft-copilot-brings-home-code-and-autopilot-together/</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copilot-code-r1</a:t>
            </a:r>
          </a:p>
        </p:txBody>
      </p:sp>
    </p:spTree>
  </p:cSld>
  <p:clrMapOvr>
    <a:masterClrMapping/>
  </p:clrMapOvr>
</p:sld>
</file>

<file path=ppt/theme/theme1.xml><?xml version="1.0" encoding="utf-8"?>
<a:theme xmlns:a="http://schemas.openxmlformats.org/drawingml/2006/main" name="copilot-code-brand">
  <a:themeElements>
    <a:clrScheme name="copilot-code-brand">
      <a:dk1>
        <a:srgbClr val="0B121E"/>
      </a:dk1>
      <a:lt1>
        <a:srgbClr val="F4F8FC"/>
      </a:lt1>
      <a:dk2>
        <a:srgbClr val="0E1726"/>
      </a:dk2>
      <a:lt2>
        <a:srgbClr val="E6F1F9"/>
      </a:lt2>
      <a:accent1>
        <a:srgbClr val="006EC3"/>
      </a:accent1>
      <a:accent2>
        <a:srgbClr val="8AC1EB"/>
      </a:accent2>
      <a:accent3>
        <a:srgbClr val="006EC3"/>
      </a:accent3>
      <a:accent4>
        <a:srgbClr val="090F19"/>
      </a:accent4>
      <a:accent5>
        <a:srgbClr val="64686E"/>
      </a:accent5>
      <a:accent6>
        <a:srgbClr val="B42318"/>
      </a:accent6>
      <a:hlink>
        <a:srgbClr val="006EC3"/>
      </a:hlink>
      <a:folHlink>
        <a:srgbClr val="64686E"/>
      </a:folHlink>
    </a:clrScheme>
    <a:fontScheme name="copilot-code-brand">
      <a:majorFont>
        <a:latin typeface="Segoe UI Variable Display"/>
        <a:ea typeface=""/>
        <a:cs typeface=""/>
      </a:majorFont>
      <a:minorFont>
        <a:latin typeface="Segoe UI"/>
        <a:ea typeface=""/>
        <a:cs typeface=""/>
      </a:minorFont>
    </a:fontScheme>
    <a:fmtScheme name="copilot-code-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5</Slides>
  <Notes>5</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Code: approve a narrow, governed preview pilot</dc:title>
  <dc:creator>a2swe</dc:creator>
  <cp:lastModifiedBy>a2swe</cp:lastModifiedBy>
  <dcterms:created xsi:type="dcterms:W3CDTF">2020-01-01T00:00:00Z</dcterms:created>
  <dcterms:modified xsi:type="dcterms:W3CDTF">2020-01-01T00:00:00Z</dcterms:modified>
</cp:coreProperties>
</file>