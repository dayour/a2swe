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type="screen16x9"/>
  <p:notesSz cx="6858000" cy="9144000"/>
  <p:defaultTextStyle>
    <a:defPPr>
      <a:defRPr lang="en-US"/>
    </a:def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theme" Target="theme/them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Autopilot Agents: decide the operating model before the rollout</a:t>
            </a:r>
          </a:p>
          <a:p>
            <a:r>
              <a:rPr lang="en-US" sz="1400">
                <a:solidFill>
                  <a:srgbClr val="111111"/>
                </a:solidFill>
              </a:rPr>
              <a:t>Bottom line: treat Copilot Autopilot as a bounded standing role, not a better chatbot. Approve one private-preview pilot only where a named leader owns the goal, access, cost and outcomes.</a:t>
            </a:r>
          </a:p>
          <a:p>
            <a:r>
              <a:rPr lang="en-US" sz="1400">
                <a:solidFill>
                  <a:srgbClr val="111111"/>
                </a:solidFill>
              </a:rPr>
              <a:t>Bottom line: treat Copilot Autopilot as a bounded standing role, not a better chatbot. Approve one private-preview pilot only where a named leader owns the goal, access, cost and outcomes.
The shift is from asking for an answer to assigning a standing role. Autopilot brings identity, memory and a workspace; leaders still own objectives and boundaries. Governance changes with the unit of delegation.
Foundry is an architectural lens, not proof of identical implementation. Identity anchors the standing role; the organization still bounds interactions, access and actions, with a manager accountable for the role.
Pilot one recurring workflow with one team and owner. Reuse blueprint logic, but scope each instance to its own permissions and assignment. While Autopilot is private preview, require a stop condition and review before expansion.
Evidence: Copilot Autopilot, previously Scout, was announced as a persistent digital teammate with its own identity, memory, computer and workspace; people set objectives and boundaries and remain in control. [ev-01] Introducing the new Copilot with Home, Code and Autopilot
Evidence: Microsoft said Copilot Autopilot was expanding to private preview at the end of September 2026; the announcement does not establish general availability. [ev-04] Introducing the new Copilot with Home, Code and Autopilot
Evidence: As an architectural lens, Microsoft Foundry defines an autopilot by its standing role, identity, security profile and accountable manager, not by a changing feature list. [ev-05] What is an autopilot in Microsoft Foundry?
Evidence: In the Foundry model, autonomy remains bounded: the organization controls when an autopilot responds, who it interacts with, what it accesses and which actions it can take. [ev-07] What is an autopilot in Microsoft Foundry?
Evidence: The Foundry blueprint model separates reusable logic and infrastructure from team-specific access; each instance receives its own identity, permissions and assignment. [ev-08] What is an autopilot in Microsoft Foundry?</a:t>
            </a:r>
          </a:p>
          <a:p>
            <a:r>
              <a:rPr lang="en-US" sz="1400">
                <a:solidFill>
                  <a:srgbClr val="111111"/>
                </a:solidFill>
              </a:rPr>
              <a:t>Citations</a:t>
            </a:r>
          </a:p>
          <a:p>
            <a:r>
              <a:rPr lang="en-US" sz="1400">
                <a:solidFill>
                  <a:srgbClr val="111111"/>
                </a:solidFill>
              </a:rPr>
              <a:t>[ev-01] Introducing the new Copilot with Home, Code and Autopilot</a:t>
            </a:r>
          </a:p>
          <a:p>
            <a:r>
              <a:rPr lang="en-US" sz="1400">
                <a:solidFill>
                  <a:srgbClr val="111111"/>
                </a:solidFill>
              </a:rPr>
              <a:t>[ev-02] Introducing the new Copilot with Home, Code and Autopilot</a:t>
            </a:r>
          </a:p>
          <a:p>
            <a:r>
              <a:rPr lang="en-US" sz="1400">
                <a:solidFill>
                  <a:srgbClr val="111111"/>
                </a:solidFill>
              </a:rPr>
              <a:t>[ev-03] Introducing the new Copilot with Home, Code and Autopilot</a:t>
            </a:r>
          </a:p>
          <a:p>
            <a:r>
              <a:rPr lang="en-US" sz="1400">
                <a:solidFill>
                  <a:srgbClr val="111111"/>
                </a:solidFill>
              </a:rPr>
              <a:t>[ev-04] Introducing the new Copilot with Home, Code and Autopilot</a:t>
            </a:r>
          </a:p>
          <a:p>
            <a:r>
              <a:rPr lang="en-US" sz="1400">
                <a:solidFill>
                  <a:srgbClr val="111111"/>
                </a:solidFill>
              </a:rPr>
              <a:t>[ev-05] What is an autopilot in Microsoft Foundry?</a:t>
            </a:r>
          </a:p>
          <a:p>
            <a:r>
              <a:rPr lang="en-US" sz="1400">
                <a:solidFill>
                  <a:srgbClr val="111111"/>
                </a:solidFill>
              </a:rPr>
              <a:t>[ev-06] What is an autopilot in Microsoft Foundry?</a:t>
            </a:r>
          </a:p>
          <a:p>
            <a:r>
              <a:rPr lang="en-US" sz="1400">
                <a:solidFill>
                  <a:srgbClr val="111111"/>
                </a:solidFill>
              </a:rPr>
              <a:t>[ev-07] What is an autopilot in Microsoft Foundry?</a:t>
            </a:r>
          </a:p>
          <a:p>
            <a:r>
              <a:rPr lang="en-US" sz="1400">
                <a:solidFill>
                  <a:srgbClr val="111111"/>
                </a:solidFill>
              </a:rPr>
              <a:t>[ev-08] What is an autopilot in Microsoft Foundry?</a:t>
            </a:r>
          </a:p>
          <a:p>
            <a:r>
              <a:rPr lang="en-US" sz="1400">
                <a:solidFill>
                  <a:srgbClr val="111111"/>
                </a:solidFill>
              </a:rPr>
              <a:t>[ev-09] What is an autopilot in Microsoft Foundry?</a:t>
            </a:r>
          </a:p>
          <a:p>
            <a:r>
              <a:rPr lang="en-US" sz="1400">
                <a:solidFill>
                  <a:srgbClr val="111111"/>
                </a:solidFill>
              </a:rPr>
              <a:t>[ev-10] What is an autopilot in Microsoft Foundry?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Change the unit of delegation</a:t>
            </a:r>
          </a:p>
          <a:p>
            <a:r>
              <a:rPr lang="en-US" sz="1400">
                <a:solidFill>
                  <a:srgbClr val="111111"/>
                </a:solidFill>
              </a:rPr>
              <a:t>The shift is from asking for an answer to assigning a standing role. Autopilot brings identity, memory and a workspace; leaders still own objectives and boundaries. Governance changes with the unit of delegation.</a:t>
            </a:r>
          </a:p>
          <a:p>
            <a:r>
              <a:rPr lang="en-US" sz="1400">
                <a:solidFill>
                  <a:srgbClr val="111111"/>
                </a:solidFill>
              </a:rPr>
              <a:t>Evidence: Microsoft announcement, Autopilot section, retrieved 2026-10-06. Interpretation: a standing role changes the operating model. This is Copilot Autopilot, previously Scout, not Windows Autopilot device provisioning.
Evidence: Copilot Autopilot, previously Scout, was announced as a persistent digital teammate with its own identity, memory, computer and workspace; people set objectives and boundaries and remain in control. [ev-01] Introducing the new Copilot with Home, Code and Autopilot</a:t>
            </a:r>
          </a:p>
          <a:p>
            <a:r>
              <a:rPr lang="en-US" sz="1400">
                <a:solidFill>
                  <a:srgbClr val="111111"/>
                </a:solidFill>
              </a:rPr>
              <a:t>Citations</a:t>
            </a:r>
          </a:p>
          <a:p>
            <a:r>
              <a:rPr lang="en-US" sz="1400">
                <a:solidFill>
                  <a:srgbClr val="111111"/>
                </a:solidFill>
              </a:rPr>
              <a:t>[ev-01] Introducing the new Copilot with Home, Code and Autopilot: https://blogs.microsoft.com/blog/2026/09/25/introducing-the-new-copilot-with-home-code-and-autopilot/</a:t>
            </a:r>
          </a:p>
          <a:p>
            <a:r>
              <a:rPr lang="en-US" sz="1400">
                <a:solidFill>
                  <a:srgbClr val="111111"/>
                </a:solidFill>
              </a:rPr>
              <a:t>[ev-02] Introducing the new Copilot with Home, Code and Autopilot: https://blogs.microsoft.com/blog/2026/09/25/introducing-the-new-copilot-with-home-code-and-autopilot/</a:t>
            </a:r>
          </a:p>
          <a:p>
            <a:r>
              <a:rPr lang="en-US" sz="1400">
                <a:solidFill>
                  <a:srgbClr val="111111"/>
                </a:solidFill>
              </a:rPr>
              <a:t>[ev-03] Introducing the new Copilot with Home, Code and Autopilot: https://blogs.microsoft.com/blog/2026/09/25/introducing-the-new-copilot-with-home-code-and-autopilot/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Govern identity before capability</a:t>
            </a:r>
          </a:p>
          <a:p>
            <a:r>
              <a:rPr lang="en-US" sz="1400">
                <a:solidFill>
                  <a:srgbClr val="111111"/>
                </a:solidFill>
              </a:rPr>
              <a:t>Foundry is an architectural lens, not proof of identical implementation. Identity anchors the standing role; the organization still bounds interactions, access and actions, with a manager accountable for the role.</a:t>
            </a:r>
          </a:p>
          <a:p>
            <a:r>
              <a:rPr lang="en-US" sz="1400">
                <a:solidFill>
                  <a:srgbClr val="111111"/>
                </a:solidFill>
              </a:rPr>
              <a:t>Evidence: Microsoft Foundry autopilot overview, opening definition and autonomy section, retrieved 2026-10-06. Applicability limit: architectural lens only; do not assert implementation equivalence with Copilot Autopilot.
Evidence: As an architectural lens, Microsoft Foundry defines an autopilot by its standing role, identity, security profile and accountable manager, not by a changing feature list. [ev-05] What is an autopilot in Microsoft Foundry?
Evidence: In the Foundry model, autonomy remains bounded: the organization controls when an autopilot responds, who it interacts with, what it accesses and which actions it can take. [ev-07] What is an autopilot in Microsoft Foundry?</a:t>
            </a:r>
          </a:p>
          <a:p>
            <a:r>
              <a:rPr lang="en-US" sz="1400">
                <a:solidFill>
                  <a:srgbClr val="111111"/>
                </a:solidFill>
              </a:rPr>
              <a:t>Citations</a:t>
            </a:r>
          </a:p>
          <a:p>
            <a:r>
              <a:rPr lang="en-US" sz="1400">
                <a:solidFill>
                  <a:srgbClr val="111111"/>
                </a:solidFill>
              </a:rPr>
              <a:t>[ev-05] What is an autopilot in Microsoft Foundry?: https://learn.microsoft.com/en-us/azure/foundry/agents/concepts/autopilot-overview</a:t>
            </a:r>
          </a:p>
          <a:p>
            <a:r>
              <a:rPr lang="en-US" sz="1400">
                <a:solidFill>
                  <a:srgbClr val="111111"/>
                </a:solidFill>
              </a:rPr>
              <a:t>[ev-06] What is an autopilot in Microsoft Foundry?: https://learn.microsoft.com/en-us/azure/foundry/agents/concepts/autopilot-overview</a:t>
            </a:r>
          </a:p>
          <a:p>
            <a:r>
              <a:rPr lang="en-US" sz="1400">
                <a:solidFill>
                  <a:srgbClr val="111111"/>
                </a:solidFill>
              </a:rPr>
              <a:t>[ev-07] What is an autopilot in Microsoft Foundry?: https://learn.microsoft.com/en-us/azure/foundry/agents/concepts/autopilot-overview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Pilot the role, not the technology</a:t>
            </a:r>
          </a:p>
          <a:p>
            <a:r>
              <a:rPr lang="en-US" sz="1400">
                <a:solidFill>
                  <a:srgbClr val="111111"/>
                </a:solidFill>
              </a:rPr>
              <a:t>Pilot one recurring workflow with one team and owner. Reuse blueprint logic, but scope each instance to its own permissions and assignment. While Autopilot is private preview, require a stop condition and review before expansion.</a:t>
            </a:r>
          </a:p>
          <a:p>
            <a:r>
              <a:rPr lang="en-US" sz="1400">
                <a:solidFill>
                  <a:srgbClr val="111111"/>
                </a:solidFill>
              </a:rPr>
              <a:t>Evidence: Microsoft announcement private-preview statement and Microsoft Foundry blueprint section, retrieved 2026-10-06. Proposed action: one workflow, one team, one owner, explicit access boundary, cost guardrail, stop condition and review.
Evidence: Microsoft said Copilot Autopilot was expanding to private preview at the end of September 2026; the announcement does not establish general availability. [ev-04] Introducing the new Copilot with Home, Code and Autopilot
Evidence: The Foundry blueprint model separates reusable logic and infrastructure from team-specific access; each instance receives its own identity, permissions and assignment. [ev-08] What is an autopilot in Microsoft Foundry?</a:t>
            </a:r>
          </a:p>
          <a:p>
            <a:r>
              <a:rPr lang="en-US" sz="1400">
                <a:solidFill>
                  <a:srgbClr val="111111"/>
                </a:solidFill>
              </a:rPr>
              <a:t>Citations</a:t>
            </a:r>
          </a:p>
          <a:p>
            <a:r>
              <a:rPr lang="en-US" sz="1400">
                <a:solidFill>
                  <a:srgbClr val="111111"/>
                </a:solidFill>
              </a:rPr>
              <a:t>[ev-04] Introducing the new Copilot with Home, Code and Autopilot: https://blogs.microsoft.com/blog/2026/09/25/introducing-the-new-copilot-with-home-code-and-autopilot/</a:t>
            </a:r>
          </a:p>
          <a:p>
            <a:r>
              <a:rPr lang="en-US" sz="1400">
                <a:solidFill>
                  <a:srgbClr val="111111"/>
                </a:solidFill>
              </a:rPr>
              <a:t>[ev-08] What is an autopilot in Microsoft Foundry?: https://learn.microsoft.com/en-us/azure/foundry/agents/concepts/autopilot-overview</a:t>
            </a:r>
          </a:p>
          <a:p>
            <a:r>
              <a:rPr lang="en-US" sz="1400">
                <a:solidFill>
                  <a:srgbClr val="111111"/>
                </a:solidFill>
              </a:rPr>
              <a:t>[ev-09] What is an autopilot in Microsoft Foundry?: https://learn.microsoft.com/en-us/azure/foundry/agents/concepts/autopilot-overview</a:t>
            </a:r>
          </a:p>
          <a:p>
            <a:r>
              <a:rPr lang="en-US" sz="1400">
                <a:solidFill>
                  <a:srgbClr val="111111"/>
                </a:solidFill>
              </a:rPr>
              <a:t>[ev-10] What is an autopilot in Microsoft Foundry?: https://learn.microsoft.com/en-us/azure/foundry/agents/concepts/autopilot-overview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treat Copilot Autopilot as a bounded standing role, not a better chatbot. Approve one private-preview pilot only where a named leader owns the goal, access, cost and outcomes.</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Introducing the new Copilot with Home, Code and Autopilot: https://blogs.microsoft.com/blog/2026/09/25/introducing-the-new-copilot-with-home-code-and-autopilot/</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a:p>
            <a:r>
              <a:rPr lang="en-US" sz="1400">
                <a:solidFill>
                  <a:srgbClr val="111111"/>
                </a:solidFill>
              </a:rPr>
              <a:t>What is an autopilot in Microsoft Foundry?: https://learn.microsoft.com/en-us/azure/foundry/agents/concepts/autopilot-overview</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operating-model-2a349e67618c.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identity-boundaries-cec6ca84b727.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pilot-8714a4e800e6.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9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F4FBFF"/>
                </a:solidFill>
              </a:rPr>
              <a:t>Autopilot Agents:</a:t>
            </a:r>
            <a:r>
              <a:rPr lang="en-US" sz="3600" b="1">
                <a:solidFill>
                  <a:srgbClr val="16B8C8"/>
                </a:solidFill>
              </a:rPr>
              <a:t> decide the operating model before the rollout</a:t>
            </a:r>
          </a:p>
        </p:txBody>
      </p:sp>
      <p:sp>
        <p:nvSpPr>
          <p:cNvPr id="4" name="Summary"/>
          <p:cNvSpPr txBox="1"/>
          <p:nvPr/>
        </p:nvSpPr>
        <p:spPr>
          <a:xfrm>
            <a:off x="685800" y="3000000"/>
            <a:ext cx="9600000" cy="12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600">
                <a:solidFill>
                  <a:srgbClr val="B2BCC4"/>
                </a:solidFill>
              </a:rPr>
              <a:t>Bottom line: treat Copilot Autopilot as a bounded standing role, not a better chatbot. Approve one private-preview pilot only where a named leader owns the goal,…</a:t>
            </a:r>
          </a:p>
        </p:txBody>
      </p:sp>
      <p:sp>
        <p:nvSpPr>
          <p:cNvPr id="5" name="Decision"/>
          <p:cNvSpPr/>
          <p:nvPr/>
        </p:nvSpPr>
        <p:spPr>
          <a:xfrm>
            <a:off x="685800" y="4500000"/>
            <a:ext cx="10820400" cy="1000000"/>
          </a:xfrm>
          <a:prstGeom prst="roundRect">
            <a:avLst>
              <a:gd name="adj" fmla="val 9000"/>
            </a:avLst>
          </a:prstGeom>
          <a:solidFill>
            <a:srgbClr val="093446"/>
          </a:solidFill>
          <a:ln w="12700">
            <a:solidFill>
              <a:srgbClr val="16B8C8"/>
            </a:solidFill>
          </a:ln>
        </p:spPr>
        <p:txBody>
          <a:bodyPr wrap="square" lIns="182880" tIns="91440" rIns="182880" bIns="91440" anchor="ctr">
            <a:normAutofit/>
          </a:bodyPr>
          <a:lstStyle/>
          <a:p>
            <a:pPr algn="l">
              <a:lnSpc>
                <a:spcPct val="105000"/>
              </a:lnSpc>
              <a:spcAft>
                <a:spcPts val="0"/>
              </a:spcAft>
            </a:pPr>
            <a:r>
              <a:rPr lang="en-US" sz="1400" b="1">
                <a:solidFill>
                  <a:srgbClr val="16B8C8"/>
                </a:solidFill>
              </a:rPr>
              <a:t>DECISION  </a:t>
            </a:r>
            <a:r>
              <a:rPr lang="en-US" sz="1600" b="1">
                <a:solidFill>
                  <a:srgbClr val="F4FBFF"/>
                </a:solidFill>
              </a:rPr>
              <a:t>Approve one narrow private-preview pilot only when a named business leader owns the goal, access boundary, cost guardrail, exception path and outcome review.</a:t>
            </a:r>
          </a:p>
        </p:txBody>
      </p:sp>
      <p:sp>
        <p:nvSpPr>
          <p:cNvPr id="6"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microsoft-autopilot-agents-r1</a:t>
            </a:r>
          </a:p>
        </p:txBody>
      </p:sp>
      <p:sp>
        <p:nvSpPr>
          <p:cNvPr id="7"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1 /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BFF"/>
                </a:solidFill>
              </a:rPr>
              <a:t>1.</a:t>
            </a:r>
            <a:r>
              <a:rPr lang="en-US" sz="2900" b="1">
                <a:solidFill>
                  <a:srgbClr val="16B8C8"/>
                </a:solidFill>
              </a:rPr>
              <a:t> Change the unit of delegation</a:t>
            </a:r>
          </a:p>
        </p:txBody>
      </p:sp>
      <p:sp>
        <p:nvSpPr>
          <p:cNvPr id="4" name="Body"/>
          <p:cNvSpPr txBox="1"/>
          <p:nvPr/>
        </p:nvSpPr>
        <p:spPr>
          <a:xfrm>
            <a:off x="685800" y="17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100">
                <a:solidFill>
                  <a:srgbClr val="F4FBFF"/>
                </a:solidFill>
              </a:rPr>
              <a:t>The shift is from asking for an answer to assigning a standing role. Autopilot brings identity, memory and a workspace; leaders still own objectives and boundaries. Governance changes with the unit of delegation.</a:t>
            </a:r>
          </a:p>
        </p:txBody>
      </p:sp>
      <p:sp>
        <p:nvSpPr>
          <p:cNvPr id="5" name="Accent rule"/>
          <p:cNvSpPr/>
          <p:nvPr/>
        </p:nvSpPr>
        <p:spPr>
          <a:xfrm>
            <a:off x="548640" y="1800000"/>
            <a:ext cx="45720" cy="3800000"/>
          </a:xfrm>
          <a:prstGeom prst="rect">
            <a:avLst/>
          </a:prstGeom>
          <a:solidFill>
            <a:srgbClr val="16B8C8"/>
          </a:solidFill>
          <a:ln>
            <a:noFill/>
          </a:ln>
        </p:spPr>
      </p:sp>
      <p:pic>
        <p:nvPicPr>
          <p:cNvPr id="6" name="Asset visual-operating-model" descr="The operating-model shift: from one request to a bounded standing role with human accountability. (mermaid diagram)"/>
          <p:cNvPicPr>
            <a:picLocks noChangeAspect="1"/>
          </p:cNvPicPr>
          <p:nvPr/>
        </p:nvPicPr>
        <p:blipFill>
          <a:blip r:embed="rIdImage1"/>
          <a:stretch>
            <a:fillRect/>
          </a:stretch>
        </p:blipFill>
        <p:spPr>
          <a:xfrm>
            <a:off x="5000000" y="2021875"/>
            <a:ext cx="6500000" cy="3656250"/>
          </a:xfrm>
          <a:prstGeom prst="rect">
            <a:avLst/>
          </a:prstGeom>
          <a:ln>
            <a:solidFill>
              <a:srgbClr val="D9D9D9"/>
            </a:solidFill>
          </a:ln>
        </p:spPr>
      </p:pic>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Sources: [ev-01] Introducing the new Copilot with Home, Code and Autopilot  ·  [ev-02] Introducing the new Copilot with Home, Code and Autopilot  ·  [ev-03] Introducing the new Copilot with Home, Code and Autopilot</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2 / 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BFF"/>
                </a:solidFill>
              </a:rPr>
              <a:t>2.</a:t>
            </a:r>
            <a:r>
              <a:rPr lang="en-US" sz="2900" b="1">
                <a:solidFill>
                  <a:srgbClr val="16B8C8"/>
                </a:solidFill>
              </a:rPr>
              <a:t> Govern identity before capability</a:t>
            </a:r>
          </a:p>
        </p:txBody>
      </p:sp>
      <p:sp>
        <p:nvSpPr>
          <p:cNvPr id="4" name="Body"/>
          <p:cNvSpPr txBox="1"/>
          <p:nvPr/>
        </p:nvSpPr>
        <p:spPr>
          <a:xfrm>
            <a:off x="685800" y="17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100">
                <a:solidFill>
                  <a:srgbClr val="F4FBFF"/>
                </a:solidFill>
              </a:rPr>
              <a:t>Foundry is an architectural lens, not proof of identical implementation. Identity anchors the standing role; the organization still bounds interactions, access and actions, with a manager accountable for the role.</a:t>
            </a:r>
          </a:p>
        </p:txBody>
      </p:sp>
      <p:sp>
        <p:nvSpPr>
          <p:cNvPr id="5" name="Accent rule"/>
          <p:cNvSpPr/>
          <p:nvPr/>
        </p:nvSpPr>
        <p:spPr>
          <a:xfrm>
            <a:off x="548640" y="1800000"/>
            <a:ext cx="45720" cy="3800000"/>
          </a:xfrm>
          <a:prstGeom prst="rect">
            <a:avLst/>
          </a:prstGeom>
          <a:solidFill>
            <a:srgbClr val="16B8C8"/>
          </a:solidFill>
          <a:ln>
            <a:noFill/>
          </a:ln>
        </p:spPr>
      </p:sp>
      <p:pic>
        <p:nvPicPr>
          <p:cNvPr id="6" name="Asset visual-identity-boundaries" descr="Identity anchors the role; goals, access and actions remain bounded by the organization. (excalidraw diagram)"/>
          <p:cNvPicPr>
            <a:picLocks noChangeAspect="1"/>
          </p:cNvPicPr>
          <p:nvPr/>
        </p:nvPicPr>
        <p:blipFill>
          <a:blip r:embed="rIdImage1"/>
          <a:stretch>
            <a:fillRect/>
          </a:stretch>
        </p:blipFill>
        <p:spPr>
          <a:xfrm>
            <a:off x="5000000" y="2021875"/>
            <a:ext cx="6500000" cy="3656250"/>
          </a:xfrm>
          <a:prstGeom prst="rect">
            <a:avLst/>
          </a:prstGeom>
          <a:ln>
            <a:solidFill>
              <a:srgbClr val="D9D9D9"/>
            </a:solidFill>
          </a:ln>
        </p:spPr>
      </p:pic>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Sources: [ev-05] What is an autopilot in Microsoft Foundry?  ·  [ev-06] What is an autopilot in Microsoft Foundry?  ·  [ev-07] What is an autopilot in Microsoft Foundry?</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3 / 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F4FBFF"/>
                </a:solidFill>
              </a:rPr>
              <a:t>3.</a:t>
            </a:r>
            <a:r>
              <a:rPr lang="en-US" sz="2900" b="1">
                <a:solidFill>
                  <a:srgbClr val="16B8C8"/>
                </a:solidFill>
              </a:rPr>
              <a:t> Pilot the role, not the technology</a:t>
            </a:r>
          </a:p>
        </p:txBody>
      </p:sp>
      <p:sp>
        <p:nvSpPr>
          <p:cNvPr id="4" name="Body"/>
          <p:cNvSpPr txBox="1"/>
          <p:nvPr/>
        </p:nvSpPr>
        <p:spPr>
          <a:xfrm>
            <a:off x="685800" y="17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000">
                <a:solidFill>
                  <a:srgbClr val="F4FBFF"/>
                </a:solidFill>
              </a:rPr>
              <a:t>Pilot one recurring workflow with one team and owner. Reuse blueprint logic, but scope each instance to its own permissions and assignment. While Autopilot is private preview, require a stop condition and review before expansion.</a:t>
            </a:r>
          </a:p>
        </p:txBody>
      </p:sp>
      <p:sp>
        <p:nvSpPr>
          <p:cNvPr id="5" name="Accent rule"/>
          <p:cNvSpPr/>
          <p:nvPr/>
        </p:nvSpPr>
        <p:spPr>
          <a:xfrm>
            <a:off x="548640" y="1800000"/>
            <a:ext cx="45720" cy="3800000"/>
          </a:xfrm>
          <a:prstGeom prst="rect">
            <a:avLst/>
          </a:prstGeom>
          <a:solidFill>
            <a:srgbClr val="16B8C8"/>
          </a:solidFill>
          <a:ln>
            <a:noFill/>
          </a:ln>
        </p:spPr>
      </p:sp>
      <p:pic>
        <p:nvPicPr>
          <p:cNvPr id="6" name="Asset visual-pilot" descr="A narrow, accountable private-preview pilot with explicit expansion gates. (marp diagram)"/>
          <p:cNvPicPr>
            <a:picLocks noChangeAspect="1"/>
          </p:cNvPicPr>
          <p:nvPr/>
        </p:nvPicPr>
        <p:blipFill>
          <a:blip r:embed="rIdImage1"/>
          <a:stretch>
            <a:fillRect/>
          </a:stretch>
        </p:blipFill>
        <p:spPr>
          <a:xfrm>
            <a:off x="5000000" y="2021875"/>
            <a:ext cx="6500000" cy="3656250"/>
          </a:xfrm>
          <a:prstGeom prst="rect">
            <a:avLst/>
          </a:prstGeom>
          <a:ln>
            <a:solidFill>
              <a:srgbClr val="D9D9D9"/>
            </a:solidFill>
          </a:ln>
        </p:spPr>
      </p:pic>
      <p:sp>
        <p:nvSpPr>
          <p:cNvPr id="7"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Sources: [ev-04] Introducing the new Copilot with Home, Code and Autopilot  ·  [ev-08] What is an autopilot in Microsoft Foundry?  ·  [ev-09] What is an autopilot in Microsoft Foundry?</a:t>
            </a:r>
          </a:p>
        </p:txBody>
      </p:sp>
      <p:sp>
        <p:nvSpPr>
          <p:cNvPr id="8"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4 / 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B2D"/>
        </a:solidFill>
        <a:effectLst/>
      </p:bgPr>
    </p:bg>
    <p:spTree>
      <p:nvGrpSpPr>
        <p:cNvPr id="1" name=""/>
        <p:cNvGrpSpPr/>
        <p:nvPr/>
      </p:nvGrpSpPr>
      <p:grpSpPr/>
      <p:sp>
        <p:nvSpPr>
          <p:cNvPr id="2" name="Accent band"/>
          <p:cNvSpPr/>
          <p:nvPr/>
        </p:nvSpPr>
        <p:spPr>
          <a:xfrm>
            <a:off x="0" y="0"/>
            <a:ext cx="12192000" cy="91440"/>
          </a:xfrm>
          <a:prstGeom prst="rect">
            <a:avLst/>
          </a:prstGeom>
          <a:solidFill>
            <a:srgbClr val="16B8C8"/>
          </a:solidFill>
          <a:ln>
            <a:noFill/>
          </a:ln>
        </p:spPr>
      </p:sp>
      <p:sp>
        <p:nvSpPr>
          <p:cNvPr id="3" name="Title"/>
          <p:cNvSpPr txBox="1"/>
          <p:nvPr/>
        </p:nvSpPr>
        <p:spPr>
          <a:xfrm>
            <a:off x="685800" y="42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F4FBFF"/>
                </a:solidFill>
              </a:rPr>
              <a:t>Sources.</a:t>
            </a:r>
            <a:r>
              <a:rPr lang="en-US" sz="2400" b="1">
                <a:solidFill>
                  <a:srgbClr val="16B8C8"/>
                </a:solidFill>
              </a:rPr>
              <a:t> Every claim traces to one.</a:t>
            </a:r>
          </a:p>
        </p:txBody>
      </p:sp>
      <p:sp>
        <p:nvSpPr>
          <p:cNvPr id="4" name="Sources"/>
          <p:cNvSpPr txBox="1"/>
          <p:nvPr/>
        </p:nvSpPr>
        <p:spPr>
          <a:xfrm>
            <a:off x="685800" y="17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b="1">
                <a:solidFill>
                  <a:srgbClr val="F4FBFF"/>
                </a:solidFill>
              </a:rPr>
              <a:t>Introducing the new Copilot with Home, Code and Autopilot</a:t>
            </a:r>
            <a:r>
              <a:rPr lang="en-US" sz="1200">
                <a:solidFill>
                  <a:srgbClr val="B2BCC4"/>
                </a:solidFill>
              </a:rPr>
              <a:t>  retrieved 2026-10-06</a:t>
            </a:r>
          </a:p>
          <a:p>
            <a:pPr algn="l">
              <a:lnSpc>
                <a:spcPct val="105000"/>
              </a:lnSpc>
              <a:spcAft>
                <a:spcPts val="1400"/>
              </a:spcAft>
            </a:pPr>
            <a:r>
              <a:rPr lang="en-US" sz="1400">
                <a:solidFill>
                  <a:srgbClr val="16B8C8"/>
                </a:solidFill>
              </a:rPr>
              <a:t>https://blogs.microsoft.com/blog/2026/09/25/introducing-the-new-copilot-with-home-code-and-autopilot/</a:t>
            </a:r>
          </a:p>
          <a:p>
            <a:pPr algn="l">
              <a:lnSpc>
                <a:spcPct val="105000"/>
              </a:lnSpc>
              <a:spcAft>
                <a:spcPts val="0"/>
              </a:spcAft>
            </a:pPr>
            <a:r>
              <a:rPr lang="en-US" sz="1800" b="1">
                <a:solidFill>
                  <a:srgbClr val="F4FBFF"/>
                </a:solidFill>
              </a:rPr>
              <a:t>What is an autopilot in Microsoft Foundry?</a:t>
            </a:r>
            <a:r>
              <a:rPr lang="en-US" sz="1200">
                <a:solidFill>
                  <a:srgbClr val="B2BCC4"/>
                </a:solidFill>
              </a:rPr>
              <a:t>  retrieved 2026-10-06</a:t>
            </a:r>
          </a:p>
          <a:p>
            <a:pPr algn="l">
              <a:lnSpc>
                <a:spcPct val="105000"/>
              </a:lnSpc>
              <a:spcAft>
                <a:spcPts val="1400"/>
              </a:spcAft>
            </a:pPr>
            <a:r>
              <a:rPr lang="en-US" sz="1400">
                <a:solidFill>
                  <a:srgbClr val="16B8C8"/>
                </a:solidFill>
              </a:rPr>
              <a:t>https://learn.microsoft.com/en-us/azure/foundry/agents/concepts/autopilot-overview</a:t>
            </a:r>
          </a:p>
        </p:txBody>
      </p:sp>
      <p:sp>
        <p:nvSpPr>
          <p:cNvPr id="5" name="Footer"/>
          <p:cNvSpPr txBox="1"/>
          <p:nvPr/>
        </p:nvSpPr>
        <p:spPr>
          <a:xfrm>
            <a:off x="685800" y="6250000"/>
            <a:ext cx="94000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B2BCC4"/>
                </a:solidFill>
              </a:rPr>
              <a:t>microsoft-autopilot-agents-r1</a:t>
            </a:r>
          </a:p>
        </p:txBody>
      </p:sp>
      <p:sp>
        <p:nvSpPr>
          <p:cNvPr id="6" name="Slide number"/>
          <p:cNvSpPr txBox="1"/>
          <p:nvPr/>
        </p:nvSpPr>
        <p:spPr>
          <a:xfrm>
            <a:off x="10100000" y="6250000"/>
            <a:ext cx="1400000" cy="420000"/>
          </a:xfrm>
          <a:prstGeom prst="rect">
            <a:avLst/>
          </a:prstGeom>
          <a:noFill/>
          <a:ln>
            <a:noFill/>
          </a:ln>
        </p:spPr>
        <p:txBody>
          <a:bodyPr wrap="square" lIns="182880" tIns="91440" rIns="182880" bIns="91440" anchor="t">
            <a:normAutofit/>
          </a:bodyPr>
          <a:lstStyle/>
          <a:p>
            <a:pPr algn="r"/>
            <a:r>
              <a:rPr lang="en-US" sz="1000">
                <a:solidFill>
                  <a:srgbClr val="B2BCC4"/>
                </a:solidFill>
              </a:rPr>
              <a:t>5 / 5</a:t>
            </a:r>
          </a:p>
        </p:txBody>
      </p:sp>
    </p:spTree>
  </p:cSld>
  <p:clrMapOvr>
    <a:masterClrMapping/>
  </p:clrMapOvr>
</p:sld>
</file>

<file path=ppt/theme/theme1.xml><?xml version="1.0" encoding="utf-8"?>
<a:theme xmlns:a="http://schemas.openxmlformats.org/drawingml/2006/main" name="executive-blue-teal">
  <a:themeElements>
    <a:clrScheme name="executive-blue-teal">
      <a:dk1>
        <a:srgbClr val="F4FBFF"/>
      </a:dk1>
      <a:lt1>
        <a:srgbClr val="071B2D"/>
      </a:lt1>
      <a:dk2>
        <a:srgbClr val="1F1F1F"/>
      </a:dk2>
      <a:lt2>
        <a:srgbClr val="F8F8F8"/>
      </a:lt2>
      <a:accent1>
        <a:srgbClr val="16B8C8"/>
      </a:accent1>
      <a:accent2>
        <a:srgbClr val="5B9BD5"/>
      </a:accent2>
      <a:accent3>
        <a:srgbClr val="70AD47"/>
      </a:accent3>
      <a:accent4>
        <a:srgbClr val="FFC000"/>
      </a:accent4>
      <a:accent5>
        <a:srgbClr val="C00000"/>
      </a:accent5>
      <a:accent6>
        <a:srgbClr val="7030A0"/>
      </a:accent6>
      <a:hlink>
        <a:srgbClr val="16B8C8"/>
      </a:hlink>
      <a:folHlink>
        <a:srgbClr val="7F7F7F"/>
      </a:folHlink>
    </a:clrScheme>
    <a:fontScheme name="executive-blue-teal">
      <a:majorFont>
        <a:latin typeface="Arial"/>
        <a:ea typeface=""/>
        <a:cs typeface=""/>
      </a:majorFont>
      <a:minorFont>
        <a:latin typeface="Arial"/>
        <a:ea typeface=""/>
        <a:cs typeface=""/>
      </a:minorFont>
    </a:fontScheme>
    <a:fmtScheme name="executive-blue-teal">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5</Slides>
  <Notes>5</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Autopilot Agents: decide the operating model before the rollout</dc:title>
  <dc:creator>a2swe</dc:creator>
  <cp:lastModifiedBy>a2swe</cp:lastModifiedBy>
  <dcterms:created xsi:type="dcterms:W3CDTF">2020-01-01T00:00:00Z</dcterms:created>
  <dcterms:modified xsi:type="dcterms:W3CDTF">2020-01-01T00:00:00Z</dcterms:modified>
</cp:coreProperties>
</file>